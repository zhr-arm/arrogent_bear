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78" r:id="rId8"/>
    <p:sldId id="261" r:id="rId9"/>
    <p:sldId id="279" r:id="rId10"/>
    <p:sldId id="280" r:id="rId11"/>
    <p:sldId id="281" r:id="rId12"/>
    <p:sldId id="282" r:id="rId13"/>
    <p:sldId id="264" r:id="rId14"/>
    <p:sldId id="283" r:id="rId15"/>
    <p:sldId id="277" r:id="rId16"/>
  </p:sldIdLst>
  <p:sldSz cx="12188825" cy="6858000"/>
  <p:notesSz cx="6858000" cy="12188825"/>
  <p:custDataLst>
    <p:tags r:id="rId20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gs" Target="tags/tag40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3.jpeg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.jpeg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0" Type="http://schemas.openxmlformats.org/officeDocument/2006/relationships/notesSlide" Target="../notesSlides/notesSlide5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4" Type="http://schemas.openxmlformats.org/officeDocument/2006/relationships/notesSlide" Target="../notesSlides/notesSlide12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39.xml"/><Relationship Id="rId21" Type="http://schemas.openxmlformats.org/officeDocument/2006/relationships/tags" Target="../tags/tag38.xml"/><Relationship Id="rId20" Type="http://schemas.openxmlformats.org/officeDocument/2006/relationships/tags" Target="../tags/tag37.xml"/><Relationship Id="rId2" Type="http://schemas.openxmlformats.org/officeDocument/2006/relationships/tags" Target="../tags/tag19.xml"/><Relationship Id="rId19" Type="http://schemas.openxmlformats.org/officeDocument/2006/relationships/tags" Target="../tags/tag36.xml"/><Relationship Id="rId18" Type="http://schemas.openxmlformats.org/officeDocument/2006/relationships/tags" Target="../tags/tag35.xml"/><Relationship Id="rId17" Type="http://schemas.openxmlformats.org/officeDocument/2006/relationships/tags" Target="../tags/tag34.xml"/><Relationship Id="rId16" Type="http://schemas.openxmlformats.org/officeDocument/2006/relationships/tags" Target="../tags/tag33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" descr="C:/Users/zhr/Downloads/IMG_20250924_103558(1).jpgIMG_20250924_103558(1)"/>
          <p:cNvPicPr>
            <a:picLocks noChangeAspect="1"/>
          </p:cNvPicPr>
          <p:nvPr/>
        </p:nvPicPr>
        <p:blipFill>
          <a:blip r:embed="rId1"/>
          <a:srcRect l="10797" t="10961" r="31834" b="9767"/>
          <a:stretch>
            <a:fillRect/>
          </a:stretch>
        </p:blipFill>
        <p:spPr>
          <a:xfrm>
            <a:off x="0" y="1382395"/>
            <a:ext cx="3021965" cy="3020060"/>
          </a:xfrm>
          <a:prstGeom prst="rect">
            <a:avLst/>
          </a:prstGeom>
        </p:spPr>
      </p:pic>
      <p:pic>
        <p:nvPicPr>
          <p:cNvPr id="2" name="Image 0" descr="https://cdn.ciniaoppt.com/webroot/upload/ppt/local/20240124/4c3fa0353f8b8b87dd9060b72fd53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980" y="656590"/>
            <a:ext cx="8161020" cy="30251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30980" y="656590"/>
            <a:ext cx="8161020" cy="30251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4030980" y="656590"/>
            <a:ext cx="8161020" cy="3025140"/>
          </a:xfrm>
          <a:custGeom>
            <a:avLst/>
            <a:gdLst/>
            <a:ahLst/>
            <a:cxnLst/>
            <a:rect l="l" t="t" r="r" b="b"/>
            <a:pathLst>
              <a:path w="8161020" h="3025140">
                <a:moveTo>
                  <a:pt x="1615487" y="0"/>
                </a:moveTo>
                <a:lnTo>
                  <a:pt x="7818982" y="0"/>
                </a:lnTo>
                <a:lnTo>
                  <a:pt x="7818982" y="2898353"/>
                </a:lnTo>
                <a:lnTo>
                  <a:pt x="0" y="2898353"/>
                </a:lnTo>
                <a:close/>
              </a:path>
            </a:pathLst>
          </a:custGeom>
          <a:solidFill>
            <a:srgbClr val="0E0EA4">
              <a:alpha val="81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4030980" y="656590"/>
            <a:ext cx="8161020" cy="30251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" y="1695883"/>
            <a:ext cx="5140037" cy="30202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2990968" y="1695883"/>
            <a:ext cx="2354897" cy="3020291"/>
          </a:xfrm>
          <a:custGeom>
            <a:avLst/>
            <a:gdLst/>
            <a:ahLst/>
            <a:cxnLst/>
            <a:rect l="l" t="t" r="r" b="b"/>
            <a:pathLst>
              <a:path w="2354897" h="3020291">
                <a:moveTo>
                  <a:pt x="1612779" y="0"/>
                </a:moveTo>
                <a:lnTo>
                  <a:pt x="2256201" y="0"/>
                </a:lnTo>
                <a:lnTo>
                  <a:pt x="643422" y="2893707"/>
                </a:lnTo>
                <a:lnTo>
                  <a:pt x="0" y="2893707"/>
                </a:lnTo>
                <a:close/>
              </a:path>
            </a:pathLst>
          </a:custGeom>
          <a:solidFill>
            <a:srgbClr val="42E4A1">
              <a:alpha val="84000"/>
            </a:srgbClr>
          </a:solidFill>
        </p:spPr>
      </p:sp>
      <p:sp>
        <p:nvSpPr>
          <p:cNvPr id="9" name="Text 5"/>
          <p:cNvSpPr/>
          <p:nvPr/>
        </p:nvSpPr>
        <p:spPr>
          <a:xfrm>
            <a:off x="2990968" y="1695883"/>
            <a:ext cx="2354897" cy="30202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2428177" y="1100615"/>
            <a:ext cx="1251450" cy="160505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1871188" y="5207804"/>
            <a:ext cx="1018462" cy="1433716"/>
          </a:xfrm>
          <a:custGeom>
            <a:avLst/>
            <a:gdLst/>
            <a:ahLst/>
            <a:cxnLst/>
            <a:rect l="l" t="t" r="r" b="b"/>
            <a:pathLst>
              <a:path w="1018462" h="1433716">
                <a:moveTo>
                  <a:pt x="766479" y="0"/>
                </a:moveTo>
                <a:lnTo>
                  <a:pt x="975777" y="0"/>
                </a:lnTo>
                <a:lnTo>
                  <a:pt x="451156" y="941295"/>
                </a:lnTo>
                <a:lnTo>
                  <a:pt x="450255" y="941295"/>
                </a:lnTo>
                <a:lnTo>
                  <a:pt x="209298" y="1373627"/>
                </a:lnTo>
                <a:lnTo>
                  <a:pt x="0" y="1373627"/>
                </a:lnTo>
                <a:lnTo>
                  <a:pt x="524622" y="432332"/>
                </a:lnTo>
                <a:lnTo>
                  <a:pt x="525522" y="432332"/>
                </a:lnTo>
                <a:close/>
              </a:path>
            </a:pathLst>
          </a:custGeom>
          <a:solidFill>
            <a:srgbClr val="42E4A1"/>
          </a:solidFill>
        </p:spPr>
      </p:sp>
      <p:sp>
        <p:nvSpPr>
          <p:cNvPr id="13" name="Text 9"/>
          <p:cNvSpPr/>
          <p:nvPr/>
        </p:nvSpPr>
        <p:spPr>
          <a:xfrm>
            <a:off x="1871188" y="5207804"/>
            <a:ext cx="1018462" cy="14337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0" y="4716174"/>
            <a:ext cx="2792526" cy="942480"/>
          </a:xfrm>
          <a:custGeom>
            <a:avLst/>
            <a:gdLst/>
            <a:ahLst/>
            <a:cxnLst/>
            <a:rect l="l" t="t" r="r" b="b"/>
            <a:pathLst>
              <a:path w="2792526" h="942480">
                <a:moveTo>
                  <a:pt x="0" y="0"/>
                </a:moveTo>
                <a:lnTo>
                  <a:pt x="2675488" y="0"/>
                </a:lnTo>
                <a:lnTo>
                  <a:pt x="2172221" y="902980"/>
                </a:lnTo>
                <a:lnTo>
                  <a:pt x="0" y="902980"/>
                </a:lnTo>
                <a:close/>
              </a:path>
            </a:pathLst>
          </a:custGeom>
          <a:solidFill>
            <a:srgbClr val="2835DE"/>
          </a:solidFill>
        </p:spPr>
      </p:sp>
      <p:sp>
        <p:nvSpPr>
          <p:cNvPr id="15" name="Text 11"/>
          <p:cNvSpPr/>
          <p:nvPr/>
        </p:nvSpPr>
        <p:spPr>
          <a:xfrm>
            <a:off x="0" y="4716174"/>
            <a:ext cx="2792526" cy="942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096635" y="1382395"/>
            <a:ext cx="2877185" cy="166751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9600" dirty="0">
                <a:solidFill>
                  <a:srgbClr val="42E4A1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2025</a:t>
            </a:r>
            <a:endParaRPr lang="en-US" sz="9600" dirty="0"/>
          </a:p>
        </p:txBody>
      </p:sp>
      <p:sp>
        <p:nvSpPr>
          <p:cNvPr id="17" name="Text 13"/>
          <p:cNvSpPr/>
          <p:nvPr/>
        </p:nvSpPr>
        <p:spPr>
          <a:xfrm>
            <a:off x="8973820" y="1628140"/>
            <a:ext cx="1979930" cy="107692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150" dirty="0">
                <a:solidFill>
                  <a:srgbClr val="42E4A1"/>
                </a:solidFill>
                <a:latin typeface="字魂35号-经典雅黑" pitchFamily="34" charset="0"/>
                <a:ea typeface="字魂35号-经典雅黑" pitchFamily="34" charset="-122"/>
                <a:cs typeface="字魂35号-经典雅黑" pitchFamily="34" charset="-120"/>
              </a:rPr>
              <a:t>梦想起航</a:t>
            </a:r>
            <a:endParaRPr lang="en-US" sz="3150" dirty="0"/>
          </a:p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150" dirty="0">
                <a:solidFill>
                  <a:srgbClr val="42E4A1"/>
                </a:solidFill>
                <a:latin typeface="字魂35号-经典雅黑" pitchFamily="34" charset="0"/>
                <a:ea typeface="字魂35号-经典雅黑" pitchFamily="34" charset="-122"/>
                <a:cs typeface="字魂35号-经典雅黑" pitchFamily="34" charset="-120"/>
              </a:rPr>
              <a:t>携手共赢</a:t>
            </a:r>
            <a:endParaRPr lang="en-US" sz="3150" dirty="0"/>
          </a:p>
        </p:txBody>
      </p:sp>
      <p:sp>
        <p:nvSpPr>
          <p:cNvPr id="19" name="Shape 15"/>
          <p:cNvSpPr/>
          <p:nvPr/>
        </p:nvSpPr>
        <p:spPr>
          <a:xfrm>
            <a:off x="8975725" y="6162040"/>
            <a:ext cx="349885" cy="349885"/>
          </a:xfrm>
          <a:custGeom>
            <a:avLst/>
            <a:gdLst/>
            <a:ahLst/>
            <a:cxnLst/>
            <a:rect l="l" t="t" r="r" b="b"/>
            <a:pathLst>
              <a:path w="349885" h="349885">
                <a:moveTo>
                  <a:pt x="167610" y="0"/>
                </a:moveTo>
                <a:cubicBezTo>
                  <a:pt x="260117" y="0"/>
                  <a:pt x="335221" y="75104"/>
                  <a:pt x="335221" y="167610"/>
                </a:cubicBezTo>
                <a:cubicBezTo>
                  <a:pt x="335221" y="260117"/>
                  <a:pt x="260117" y="335221"/>
                  <a:pt x="167610" y="335221"/>
                </a:cubicBezTo>
                <a:cubicBezTo>
                  <a:pt x="75104" y="335221"/>
                  <a:pt x="0" y="260117"/>
                  <a:pt x="0" y="167610"/>
                </a:cubicBezTo>
                <a:cubicBezTo>
                  <a:pt x="0" y="75104"/>
                  <a:pt x="75104" y="0"/>
                  <a:pt x="167610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20" name="Text 16"/>
          <p:cNvSpPr/>
          <p:nvPr/>
        </p:nvSpPr>
        <p:spPr>
          <a:xfrm>
            <a:off x="8975725" y="6162040"/>
            <a:ext cx="349885" cy="3498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9061450" y="6249035"/>
            <a:ext cx="177800" cy="175260"/>
          </a:xfrm>
          <a:custGeom>
            <a:avLst/>
            <a:gdLst/>
            <a:ahLst/>
            <a:cxnLst/>
            <a:rect l="l" t="t" r="r" b="b"/>
            <a:pathLst>
              <a:path w="177800" h="175260">
                <a:moveTo>
                  <a:pt x="145118" y="136019"/>
                </a:moveTo>
                <a:cubicBezTo>
                  <a:pt x="150028" y="136019"/>
                  <a:pt x="153923" y="139901"/>
                  <a:pt x="153923" y="144795"/>
                </a:cubicBezTo>
                <a:cubicBezTo>
                  <a:pt x="153923" y="149689"/>
                  <a:pt x="150028" y="153570"/>
                  <a:pt x="145118" y="153570"/>
                </a:cubicBezTo>
                <a:cubicBezTo>
                  <a:pt x="140207" y="153570"/>
                  <a:pt x="136312" y="149689"/>
                  <a:pt x="136312" y="144795"/>
                </a:cubicBezTo>
                <a:cubicBezTo>
                  <a:pt x="136312" y="139901"/>
                  <a:pt x="140207" y="136019"/>
                  <a:pt x="145118" y="136019"/>
                </a:cubicBezTo>
                <a:moveTo>
                  <a:pt x="164083" y="16370"/>
                </a:moveTo>
                <a:lnTo>
                  <a:pt x="152399" y="4725"/>
                </a:lnTo>
                <a:cubicBezTo>
                  <a:pt x="149351" y="1519"/>
                  <a:pt x="145287" y="0"/>
                  <a:pt x="141223" y="0"/>
                </a:cubicBezTo>
                <a:cubicBezTo>
                  <a:pt x="137159" y="0"/>
                  <a:pt x="133095" y="1519"/>
                  <a:pt x="129878" y="4725"/>
                </a:cubicBezTo>
                <a:lnTo>
                  <a:pt x="79925" y="54509"/>
                </a:lnTo>
                <a:cubicBezTo>
                  <a:pt x="81449" y="57378"/>
                  <a:pt x="80433" y="61934"/>
                  <a:pt x="77893" y="64297"/>
                </a:cubicBezTo>
                <a:cubicBezTo>
                  <a:pt x="76369" y="65985"/>
                  <a:pt x="73660" y="66997"/>
                  <a:pt x="71289" y="66997"/>
                </a:cubicBezTo>
                <a:cubicBezTo>
                  <a:pt x="70104" y="66997"/>
                  <a:pt x="69088" y="66828"/>
                  <a:pt x="68072" y="66322"/>
                </a:cubicBezTo>
                <a:lnTo>
                  <a:pt x="63669" y="70710"/>
                </a:lnTo>
                <a:cubicBezTo>
                  <a:pt x="57573" y="76785"/>
                  <a:pt x="57573" y="86911"/>
                  <a:pt x="63669" y="93155"/>
                </a:cubicBezTo>
                <a:lnTo>
                  <a:pt x="64516" y="93830"/>
                </a:lnTo>
                <a:lnTo>
                  <a:pt x="25569" y="132813"/>
                </a:lnTo>
                <a:lnTo>
                  <a:pt x="15071" y="136694"/>
                </a:lnTo>
                <a:lnTo>
                  <a:pt x="0" y="158295"/>
                </a:lnTo>
                <a:lnTo>
                  <a:pt x="9652" y="167915"/>
                </a:lnTo>
                <a:lnTo>
                  <a:pt x="31326" y="152895"/>
                </a:lnTo>
                <a:lnTo>
                  <a:pt x="35221" y="142432"/>
                </a:lnTo>
                <a:lnTo>
                  <a:pt x="74337" y="103618"/>
                </a:lnTo>
                <a:lnTo>
                  <a:pt x="75353" y="104799"/>
                </a:lnTo>
                <a:cubicBezTo>
                  <a:pt x="78570" y="107837"/>
                  <a:pt x="82634" y="109355"/>
                  <a:pt x="86698" y="109355"/>
                </a:cubicBezTo>
                <a:cubicBezTo>
                  <a:pt x="90762" y="109355"/>
                  <a:pt x="94826" y="107837"/>
                  <a:pt x="97874" y="104799"/>
                </a:cubicBezTo>
                <a:lnTo>
                  <a:pt x="102277" y="100411"/>
                </a:lnTo>
                <a:cubicBezTo>
                  <a:pt x="100922" y="97374"/>
                  <a:pt x="101938" y="92986"/>
                  <a:pt x="104309" y="90623"/>
                </a:cubicBezTo>
                <a:cubicBezTo>
                  <a:pt x="106002" y="88936"/>
                  <a:pt x="108711" y="87923"/>
                  <a:pt x="111082" y="87923"/>
                </a:cubicBezTo>
                <a:cubicBezTo>
                  <a:pt x="112098" y="87923"/>
                  <a:pt x="113283" y="88092"/>
                  <a:pt x="114130" y="88598"/>
                </a:cubicBezTo>
                <a:lnTo>
                  <a:pt x="164083" y="38814"/>
                </a:lnTo>
                <a:cubicBezTo>
                  <a:pt x="170348" y="32570"/>
                  <a:pt x="170348" y="22445"/>
                  <a:pt x="164083" y="16370"/>
                </a:cubicBezTo>
                <a:moveTo>
                  <a:pt x="61468" y="59740"/>
                </a:moveTo>
                <a:lnTo>
                  <a:pt x="66378" y="54846"/>
                </a:lnTo>
                <a:lnTo>
                  <a:pt x="70781" y="57040"/>
                </a:lnTo>
                <a:lnTo>
                  <a:pt x="68410" y="52653"/>
                </a:lnTo>
                <a:lnTo>
                  <a:pt x="73321" y="47927"/>
                </a:lnTo>
                <a:lnTo>
                  <a:pt x="73829" y="47421"/>
                </a:lnTo>
                <a:cubicBezTo>
                  <a:pt x="74845" y="44552"/>
                  <a:pt x="75522" y="41852"/>
                  <a:pt x="75522" y="39321"/>
                </a:cubicBezTo>
                <a:cubicBezTo>
                  <a:pt x="75522" y="19407"/>
                  <a:pt x="56388" y="0"/>
                  <a:pt x="36406" y="169"/>
                </a:cubicBezTo>
                <a:cubicBezTo>
                  <a:pt x="36237" y="169"/>
                  <a:pt x="34036" y="2531"/>
                  <a:pt x="32681" y="3713"/>
                </a:cubicBezTo>
                <a:cubicBezTo>
                  <a:pt x="48768" y="19745"/>
                  <a:pt x="47413" y="17213"/>
                  <a:pt x="47413" y="27001"/>
                </a:cubicBezTo>
                <a:cubicBezTo>
                  <a:pt x="47413" y="34933"/>
                  <a:pt x="34713" y="47590"/>
                  <a:pt x="26924" y="47590"/>
                </a:cubicBezTo>
                <a:cubicBezTo>
                  <a:pt x="16764" y="47590"/>
                  <a:pt x="19981" y="49109"/>
                  <a:pt x="3556" y="32908"/>
                </a:cubicBezTo>
                <a:cubicBezTo>
                  <a:pt x="2371" y="34089"/>
                  <a:pt x="0" y="36283"/>
                  <a:pt x="0" y="36452"/>
                </a:cubicBezTo>
                <a:cubicBezTo>
                  <a:pt x="339" y="56365"/>
                  <a:pt x="19135" y="75435"/>
                  <a:pt x="39285" y="75435"/>
                </a:cubicBezTo>
                <a:cubicBezTo>
                  <a:pt x="42841" y="75435"/>
                  <a:pt x="46736" y="74254"/>
                  <a:pt x="50630" y="72397"/>
                </a:cubicBezTo>
                <a:lnTo>
                  <a:pt x="51308" y="73072"/>
                </a:lnTo>
                <a:cubicBezTo>
                  <a:pt x="52493" y="69866"/>
                  <a:pt x="54525" y="66660"/>
                  <a:pt x="57065" y="64128"/>
                </a:cubicBezTo>
                <a:lnTo>
                  <a:pt x="61468" y="59740"/>
                </a:lnTo>
                <a:moveTo>
                  <a:pt x="111421" y="97711"/>
                </a:moveTo>
                <a:lnTo>
                  <a:pt x="113791" y="102268"/>
                </a:lnTo>
                <a:lnTo>
                  <a:pt x="109050" y="106993"/>
                </a:lnTo>
                <a:lnTo>
                  <a:pt x="104478" y="111381"/>
                </a:lnTo>
                <a:cubicBezTo>
                  <a:pt x="101938" y="113912"/>
                  <a:pt x="98890" y="115937"/>
                  <a:pt x="95503" y="117118"/>
                </a:cubicBezTo>
                <a:lnTo>
                  <a:pt x="125475" y="146989"/>
                </a:lnTo>
                <a:lnTo>
                  <a:pt x="139530" y="165890"/>
                </a:lnTo>
                <a:lnTo>
                  <a:pt x="147150" y="167915"/>
                </a:lnTo>
                <a:lnTo>
                  <a:pt x="167978" y="146989"/>
                </a:lnTo>
                <a:lnTo>
                  <a:pt x="165946" y="139226"/>
                </a:lnTo>
                <a:lnTo>
                  <a:pt x="147150" y="125388"/>
                </a:lnTo>
                <a:lnTo>
                  <a:pt x="118871" y="97205"/>
                </a:lnTo>
                <a:lnTo>
                  <a:pt x="115993" y="99905"/>
                </a:lnTo>
                <a:lnTo>
                  <a:pt x="111421" y="97711"/>
                </a:lnTo>
                <a:close/>
                <a:close/>
                <a:close/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18"/>
          <p:cNvSpPr/>
          <p:nvPr/>
        </p:nvSpPr>
        <p:spPr>
          <a:xfrm>
            <a:off x="9061450" y="6249035"/>
            <a:ext cx="177800" cy="1752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9697720" y="6162040"/>
            <a:ext cx="349885" cy="349885"/>
          </a:xfrm>
          <a:custGeom>
            <a:avLst/>
            <a:gdLst/>
            <a:ahLst/>
            <a:cxnLst/>
            <a:rect l="l" t="t" r="r" b="b"/>
            <a:pathLst>
              <a:path w="349885" h="349885">
                <a:moveTo>
                  <a:pt x="167610" y="0"/>
                </a:moveTo>
                <a:cubicBezTo>
                  <a:pt x="260117" y="0"/>
                  <a:pt x="335221" y="75104"/>
                  <a:pt x="335221" y="167610"/>
                </a:cubicBezTo>
                <a:cubicBezTo>
                  <a:pt x="335221" y="260117"/>
                  <a:pt x="260117" y="335221"/>
                  <a:pt x="167610" y="335221"/>
                </a:cubicBezTo>
                <a:cubicBezTo>
                  <a:pt x="75104" y="335221"/>
                  <a:pt x="0" y="260117"/>
                  <a:pt x="0" y="167610"/>
                </a:cubicBezTo>
                <a:cubicBezTo>
                  <a:pt x="0" y="75104"/>
                  <a:pt x="75104" y="0"/>
                  <a:pt x="167610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24" name="Text 20"/>
          <p:cNvSpPr/>
          <p:nvPr/>
        </p:nvSpPr>
        <p:spPr>
          <a:xfrm>
            <a:off x="9697720" y="6162040"/>
            <a:ext cx="349885" cy="3498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9808845" y="6249670"/>
            <a:ext cx="127635" cy="173990"/>
          </a:xfrm>
          <a:custGeom>
            <a:avLst/>
            <a:gdLst/>
            <a:ahLst/>
            <a:cxnLst/>
            <a:rect l="l" t="t" r="r" b="b"/>
            <a:pathLst>
              <a:path w="127635" h="173990">
                <a:moveTo>
                  <a:pt x="9303" y="43957"/>
                </a:moveTo>
                <a:cubicBezTo>
                  <a:pt x="9303" y="39223"/>
                  <a:pt x="11501" y="36856"/>
                  <a:pt x="16068" y="36687"/>
                </a:cubicBezTo>
                <a:lnTo>
                  <a:pt x="16068" y="27050"/>
                </a:lnTo>
                <a:cubicBezTo>
                  <a:pt x="7611" y="27219"/>
                  <a:pt x="0" y="32630"/>
                  <a:pt x="0" y="40914"/>
                </a:cubicBezTo>
                <a:lnTo>
                  <a:pt x="0" y="153173"/>
                </a:lnTo>
                <a:cubicBezTo>
                  <a:pt x="0" y="160104"/>
                  <a:pt x="6765" y="166698"/>
                  <a:pt x="13531" y="166698"/>
                </a:cubicBezTo>
                <a:lnTo>
                  <a:pt x="108755" y="166698"/>
                </a:lnTo>
                <a:cubicBezTo>
                  <a:pt x="115520" y="166698"/>
                  <a:pt x="122286" y="160104"/>
                  <a:pt x="122286" y="153173"/>
                </a:cubicBezTo>
                <a:lnTo>
                  <a:pt x="122286" y="40914"/>
                </a:lnTo>
                <a:cubicBezTo>
                  <a:pt x="122286" y="32630"/>
                  <a:pt x="114675" y="27219"/>
                  <a:pt x="106218" y="27050"/>
                </a:cubicBezTo>
                <a:lnTo>
                  <a:pt x="106218" y="36687"/>
                </a:lnTo>
                <a:cubicBezTo>
                  <a:pt x="110784" y="36856"/>
                  <a:pt x="112983" y="39223"/>
                  <a:pt x="112983" y="43957"/>
                </a:cubicBezTo>
                <a:lnTo>
                  <a:pt x="112983" y="150299"/>
                </a:lnTo>
                <a:cubicBezTo>
                  <a:pt x="112983" y="153511"/>
                  <a:pt x="111461" y="157061"/>
                  <a:pt x="108247" y="157061"/>
                </a:cubicBezTo>
                <a:lnTo>
                  <a:pt x="14038" y="157061"/>
                </a:lnTo>
                <a:cubicBezTo>
                  <a:pt x="10317" y="157061"/>
                  <a:pt x="9303" y="153173"/>
                  <a:pt x="9303" y="149453"/>
                </a:cubicBezTo>
                <a:lnTo>
                  <a:pt x="9303" y="43957"/>
                </a:lnTo>
                <a:moveTo>
                  <a:pt x="52940" y="17752"/>
                </a:moveTo>
                <a:cubicBezTo>
                  <a:pt x="52940" y="13863"/>
                  <a:pt x="56661" y="10144"/>
                  <a:pt x="60551" y="10144"/>
                </a:cubicBezTo>
                <a:lnTo>
                  <a:pt x="61735" y="10144"/>
                </a:lnTo>
                <a:cubicBezTo>
                  <a:pt x="65625" y="10144"/>
                  <a:pt x="69346" y="13863"/>
                  <a:pt x="69346" y="17752"/>
                </a:cubicBezTo>
                <a:lnTo>
                  <a:pt x="69346" y="18597"/>
                </a:lnTo>
                <a:cubicBezTo>
                  <a:pt x="69346" y="22824"/>
                  <a:pt x="65625" y="26543"/>
                  <a:pt x="61397" y="26543"/>
                </a:cubicBezTo>
                <a:lnTo>
                  <a:pt x="60889" y="26543"/>
                </a:lnTo>
                <a:cubicBezTo>
                  <a:pt x="56661" y="26543"/>
                  <a:pt x="52940" y="22824"/>
                  <a:pt x="52940" y="18597"/>
                </a:cubicBezTo>
                <a:lnTo>
                  <a:pt x="52940" y="17752"/>
                </a:lnTo>
                <a:moveTo>
                  <a:pt x="42792" y="18090"/>
                </a:moveTo>
                <a:lnTo>
                  <a:pt x="29261" y="18090"/>
                </a:lnTo>
                <a:cubicBezTo>
                  <a:pt x="24525" y="18090"/>
                  <a:pt x="22495" y="20288"/>
                  <a:pt x="22495" y="24853"/>
                </a:cubicBezTo>
                <a:lnTo>
                  <a:pt x="22495" y="42266"/>
                </a:lnTo>
                <a:cubicBezTo>
                  <a:pt x="22495" y="45140"/>
                  <a:pt x="24356" y="48183"/>
                  <a:pt x="27062" y="48183"/>
                </a:cubicBezTo>
                <a:lnTo>
                  <a:pt x="95224" y="48183"/>
                </a:lnTo>
                <a:cubicBezTo>
                  <a:pt x="97930" y="48183"/>
                  <a:pt x="99791" y="45140"/>
                  <a:pt x="99791" y="42266"/>
                </a:cubicBezTo>
                <a:lnTo>
                  <a:pt x="99791" y="24853"/>
                </a:lnTo>
                <a:cubicBezTo>
                  <a:pt x="99791" y="20288"/>
                  <a:pt x="97761" y="18090"/>
                  <a:pt x="93025" y="18090"/>
                </a:cubicBezTo>
                <a:lnTo>
                  <a:pt x="79494" y="18090"/>
                </a:lnTo>
                <a:cubicBezTo>
                  <a:pt x="79494" y="8791"/>
                  <a:pt x="71545" y="0"/>
                  <a:pt x="62580" y="0"/>
                </a:cubicBezTo>
                <a:lnTo>
                  <a:pt x="59705" y="0"/>
                </a:lnTo>
                <a:cubicBezTo>
                  <a:pt x="50741" y="0"/>
                  <a:pt x="42792" y="8791"/>
                  <a:pt x="42792" y="18090"/>
                </a:cubicBezTo>
                <a:moveTo>
                  <a:pt x="25878" y="127813"/>
                </a:moveTo>
                <a:cubicBezTo>
                  <a:pt x="25878" y="126968"/>
                  <a:pt x="26047" y="126630"/>
                  <a:pt x="27062" y="126630"/>
                </a:cubicBezTo>
                <a:lnTo>
                  <a:pt x="43130" y="126630"/>
                </a:lnTo>
                <a:lnTo>
                  <a:pt x="43130" y="127813"/>
                </a:lnTo>
                <a:cubicBezTo>
                  <a:pt x="43130" y="129165"/>
                  <a:pt x="36533" y="133054"/>
                  <a:pt x="35180" y="133730"/>
                </a:cubicBezTo>
                <a:cubicBezTo>
                  <a:pt x="33996" y="132885"/>
                  <a:pt x="31459" y="130349"/>
                  <a:pt x="29599" y="130349"/>
                </a:cubicBezTo>
                <a:lnTo>
                  <a:pt x="29261" y="130349"/>
                </a:lnTo>
                <a:cubicBezTo>
                  <a:pt x="28246" y="130349"/>
                  <a:pt x="26724" y="131871"/>
                  <a:pt x="26724" y="132885"/>
                </a:cubicBezTo>
                <a:lnTo>
                  <a:pt x="26724" y="133392"/>
                </a:lnTo>
                <a:cubicBezTo>
                  <a:pt x="26724" y="134407"/>
                  <a:pt x="32643" y="141000"/>
                  <a:pt x="33827" y="141000"/>
                </a:cubicBezTo>
                <a:lnTo>
                  <a:pt x="34335" y="141000"/>
                </a:lnTo>
                <a:cubicBezTo>
                  <a:pt x="35180" y="141000"/>
                  <a:pt x="41777" y="135590"/>
                  <a:pt x="43130" y="134576"/>
                </a:cubicBezTo>
                <a:cubicBezTo>
                  <a:pt x="43130" y="136942"/>
                  <a:pt x="44145" y="144381"/>
                  <a:pt x="41946" y="144381"/>
                </a:cubicBezTo>
                <a:lnTo>
                  <a:pt x="27062" y="144381"/>
                </a:lnTo>
                <a:cubicBezTo>
                  <a:pt x="26047" y="144381"/>
                  <a:pt x="25878" y="144043"/>
                  <a:pt x="25878" y="143029"/>
                </a:cubicBezTo>
                <a:lnTo>
                  <a:pt x="25878" y="127813"/>
                </a:lnTo>
                <a:moveTo>
                  <a:pt x="41946" y="148608"/>
                </a:moveTo>
                <a:cubicBezTo>
                  <a:pt x="49895" y="148608"/>
                  <a:pt x="46851" y="139817"/>
                  <a:pt x="47358" y="132547"/>
                </a:cubicBezTo>
                <a:cubicBezTo>
                  <a:pt x="47696" y="128827"/>
                  <a:pt x="56999" y="125446"/>
                  <a:pt x="58014" y="121896"/>
                </a:cubicBezTo>
                <a:lnTo>
                  <a:pt x="56661" y="121896"/>
                </a:lnTo>
                <a:cubicBezTo>
                  <a:pt x="53785" y="121896"/>
                  <a:pt x="49557" y="124601"/>
                  <a:pt x="47358" y="125784"/>
                </a:cubicBezTo>
                <a:cubicBezTo>
                  <a:pt x="46343" y="124263"/>
                  <a:pt x="45329" y="122403"/>
                  <a:pt x="42792" y="122403"/>
                </a:cubicBezTo>
                <a:lnTo>
                  <a:pt x="26216" y="122403"/>
                </a:lnTo>
                <a:cubicBezTo>
                  <a:pt x="23848" y="122403"/>
                  <a:pt x="21649" y="124601"/>
                  <a:pt x="21649" y="126968"/>
                </a:cubicBezTo>
                <a:lnTo>
                  <a:pt x="21649" y="143874"/>
                </a:lnTo>
                <a:cubicBezTo>
                  <a:pt x="21649" y="146748"/>
                  <a:pt x="24187" y="148608"/>
                  <a:pt x="27062" y="148608"/>
                </a:cubicBezTo>
                <a:lnTo>
                  <a:pt x="41946" y="148608"/>
                </a:lnTo>
                <a:moveTo>
                  <a:pt x="25878" y="66612"/>
                </a:moveTo>
                <a:cubicBezTo>
                  <a:pt x="25878" y="65766"/>
                  <a:pt x="26047" y="65428"/>
                  <a:pt x="27062" y="65428"/>
                </a:cubicBezTo>
                <a:lnTo>
                  <a:pt x="41946" y="65428"/>
                </a:lnTo>
                <a:cubicBezTo>
                  <a:pt x="42792" y="65428"/>
                  <a:pt x="43130" y="65766"/>
                  <a:pt x="43130" y="66612"/>
                </a:cubicBezTo>
                <a:cubicBezTo>
                  <a:pt x="43130" y="67795"/>
                  <a:pt x="36026" y="72529"/>
                  <a:pt x="35180" y="72529"/>
                </a:cubicBezTo>
                <a:cubicBezTo>
                  <a:pt x="34335" y="72529"/>
                  <a:pt x="32136" y="69147"/>
                  <a:pt x="29599" y="69147"/>
                </a:cubicBezTo>
                <a:cubicBezTo>
                  <a:pt x="28415" y="69147"/>
                  <a:pt x="26724" y="70500"/>
                  <a:pt x="26724" y="71683"/>
                </a:cubicBezTo>
                <a:lnTo>
                  <a:pt x="26724" y="72191"/>
                </a:lnTo>
                <a:cubicBezTo>
                  <a:pt x="26724" y="73881"/>
                  <a:pt x="32474" y="79460"/>
                  <a:pt x="33827" y="80137"/>
                </a:cubicBezTo>
                <a:lnTo>
                  <a:pt x="43130" y="73374"/>
                </a:lnTo>
                <a:lnTo>
                  <a:pt x="43130" y="83180"/>
                </a:lnTo>
                <a:lnTo>
                  <a:pt x="25878" y="83180"/>
                </a:lnTo>
                <a:lnTo>
                  <a:pt x="25878" y="66612"/>
                </a:lnTo>
                <a:moveTo>
                  <a:pt x="47020" y="64583"/>
                </a:moveTo>
                <a:cubicBezTo>
                  <a:pt x="46513" y="62385"/>
                  <a:pt x="44652" y="61201"/>
                  <a:pt x="41946" y="61201"/>
                </a:cubicBezTo>
                <a:lnTo>
                  <a:pt x="27062" y="61201"/>
                </a:lnTo>
                <a:cubicBezTo>
                  <a:pt x="24187" y="61201"/>
                  <a:pt x="21649" y="63061"/>
                  <a:pt x="21649" y="65935"/>
                </a:cubicBezTo>
                <a:lnTo>
                  <a:pt x="21649" y="82673"/>
                </a:lnTo>
                <a:cubicBezTo>
                  <a:pt x="21649" y="85209"/>
                  <a:pt x="23848" y="87406"/>
                  <a:pt x="26216" y="87406"/>
                </a:cubicBezTo>
                <a:lnTo>
                  <a:pt x="42792" y="87406"/>
                </a:lnTo>
                <a:cubicBezTo>
                  <a:pt x="49388" y="87406"/>
                  <a:pt x="47358" y="76924"/>
                  <a:pt x="47189" y="70331"/>
                </a:cubicBezTo>
                <a:lnTo>
                  <a:pt x="58014" y="61201"/>
                </a:lnTo>
                <a:cubicBezTo>
                  <a:pt x="58014" y="61201"/>
                  <a:pt x="57168" y="60863"/>
                  <a:pt x="57168" y="60863"/>
                </a:cubicBezTo>
                <a:cubicBezTo>
                  <a:pt x="52940" y="60863"/>
                  <a:pt x="49557" y="64414"/>
                  <a:pt x="47020" y="64583"/>
                </a:cubicBezTo>
                <a:moveTo>
                  <a:pt x="25878" y="96198"/>
                </a:moveTo>
                <a:lnTo>
                  <a:pt x="43130" y="96198"/>
                </a:lnTo>
                <a:lnTo>
                  <a:pt x="43130" y="98396"/>
                </a:lnTo>
                <a:lnTo>
                  <a:pt x="35180" y="103468"/>
                </a:lnTo>
                <a:lnTo>
                  <a:pt x="29768" y="99410"/>
                </a:lnTo>
                <a:cubicBezTo>
                  <a:pt x="28415" y="100255"/>
                  <a:pt x="26724" y="100594"/>
                  <a:pt x="26724" y="102622"/>
                </a:cubicBezTo>
                <a:cubicBezTo>
                  <a:pt x="26724" y="103806"/>
                  <a:pt x="32643" y="110568"/>
                  <a:pt x="33827" y="110568"/>
                </a:cubicBezTo>
                <a:cubicBezTo>
                  <a:pt x="35857" y="110568"/>
                  <a:pt x="40931" y="104820"/>
                  <a:pt x="43130" y="104313"/>
                </a:cubicBezTo>
                <a:lnTo>
                  <a:pt x="43130" y="113612"/>
                </a:lnTo>
                <a:lnTo>
                  <a:pt x="25878" y="113612"/>
                </a:lnTo>
                <a:lnTo>
                  <a:pt x="25878" y="96198"/>
                </a:lnTo>
                <a:moveTo>
                  <a:pt x="47358" y="95183"/>
                </a:moveTo>
                <a:cubicBezTo>
                  <a:pt x="46513" y="93831"/>
                  <a:pt x="45498" y="91971"/>
                  <a:pt x="43130" y="91971"/>
                </a:cubicBezTo>
                <a:lnTo>
                  <a:pt x="25878" y="91971"/>
                </a:lnTo>
                <a:cubicBezTo>
                  <a:pt x="23679" y="91971"/>
                  <a:pt x="21649" y="94169"/>
                  <a:pt x="21649" y="96198"/>
                </a:cubicBezTo>
                <a:lnTo>
                  <a:pt x="21649" y="113612"/>
                </a:lnTo>
                <a:cubicBezTo>
                  <a:pt x="21649" y="115640"/>
                  <a:pt x="23679" y="117669"/>
                  <a:pt x="25878" y="117669"/>
                </a:cubicBezTo>
                <a:lnTo>
                  <a:pt x="43130" y="117669"/>
                </a:lnTo>
                <a:cubicBezTo>
                  <a:pt x="49219" y="117669"/>
                  <a:pt x="47358" y="106849"/>
                  <a:pt x="47189" y="100763"/>
                </a:cubicBezTo>
                <a:lnTo>
                  <a:pt x="58014" y="91633"/>
                </a:lnTo>
                <a:lnTo>
                  <a:pt x="56492" y="90957"/>
                </a:lnTo>
                <a:lnTo>
                  <a:pt x="47358" y="95183"/>
                </a:lnTo>
                <a:moveTo>
                  <a:pt x="62580" y="140155"/>
                </a:moveTo>
                <a:cubicBezTo>
                  <a:pt x="62580" y="141000"/>
                  <a:pt x="62919" y="141338"/>
                  <a:pt x="63934" y="141338"/>
                </a:cubicBezTo>
                <a:lnTo>
                  <a:pt x="96915" y="141338"/>
                </a:lnTo>
                <a:cubicBezTo>
                  <a:pt x="97930" y="141338"/>
                  <a:pt x="98099" y="141000"/>
                  <a:pt x="98099" y="140155"/>
                </a:cubicBezTo>
                <a:lnTo>
                  <a:pt x="98099" y="130856"/>
                </a:lnTo>
                <a:cubicBezTo>
                  <a:pt x="98099" y="129842"/>
                  <a:pt x="97930" y="129504"/>
                  <a:pt x="96915" y="129504"/>
                </a:cubicBezTo>
                <a:lnTo>
                  <a:pt x="62580" y="129504"/>
                </a:lnTo>
                <a:lnTo>
                  <a:pt x="62580" y="140155"/>
                </a:lnTo>
                <a:moveTo>
                  <a:pt x="62580" y="110568"/>
                </a:moveTo>
                <a:lnTo>
                  <a:pt x="98099" y="110568"/>
                </a:lnTo>
                <a:lnTo>
                  <a:pt x="98099" y="99241"/>
                </a:lnTo>
                <a:lnTo>
                  <a:pt x="62580" y="99241"/>
                </a:lnTo>
                <a:lnTo>
                  <a:pt x="62580" y="110568"/>
                </a:lnTo>
                <a:moveTo>
                  <a:pt x="62580" y="80137"/>
                </a:moveTo>
                <a:lnTo>
                  <a:pt x="88458" y="80137"/>
                </a:lnTo>
                <a:lnTo>
                  <a:pt x="88458" y="68809"/>
                </a:lnTo>
                <a:lnTo>
                  <a:pt x="62580" y="68809"/>
                </a:lnTo>
                <a:lnTo>
                  <a:pt x="62580" y="80137"/>
                </a:lnTo>
                <a:close/>
                <a:close/>
                <a:close/>
                <a:close/>
                <a:close/>
                <a:close/>
                <a:close/>
                <a:close/>
                <a:close/>
                <a:close/>
                <a:close/>
                <a:close/>
              </a:path>
            </a:pathLst>
          </a:custGeom>
          <a:solidFill>
            <a:srgbClr val="FFFFFF"/>
          </a:solidFill>
        </p:spPr>
      </p:sp>
      <p:sp>
        <p:nvSpPr>
          <p:cNvPr id="26" name="Text 22"/>
          <p:cNvSpPr/>
          <p:nvPr/>
        </p:nvSpPr>
        <p:spPr>
          <a:xfrm>
            <a:off x="9808845" y="6249670"/>
            <a:ext cx="127635" cy="17399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10420350" y="6162040"/>
            <a:ext cx="349885" cy="349885"/>
          </a:xfrm>
          <a:custGeom>
            <a:avLst/>
            <a:gdLst/>
            <a:ahLst/>
            <a:cxnLst/>
            <a:rect l="l" t="t" r="r" b="b"/>
            <a:pathLst>
              <a:path w="349885" h="349885">
                <a:moveTo>
                  <a:pt x="167610" y="0"/>
                </a:moveTo>
                <a:cubicBezTo>
                  <a:pt x="260117" y="0"/>
                  <a:pt x="335221" y="75104"/>
                  <a:pt x="335221" y="167610"/>
                </a:cubicBezTo>
                <a:cubicBezTo>
                  <a:pt x="335221" y="260117"/>
                  <a:pt x="260117" y="335221"/>
                  <a:pt x="167610" y="335221"/>
                </a:cubicBezTo>
                <a:cubicBezTo>
                  <a:pt x="75104" y="335221"/>
                  <a:pt x="0" y="260117"/>
                  <a:pt x="0" y="167610"/>
                </a:cubicBezTo>
                <a:cubicBezTo>
                  <a:pt x="0" y="75104"/>
                  <a:pt x="75104" y="0"/>
                  <a:pt x="167610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28" name="Text 24"/>
          <p:cNvSpPr/>
          <p:nvPr/>
        </p:nvSpPr>
        <p:spPr>
          <a:xfrm>
            <a:off x="10420350" y="6162040"/>
            <a:ext cx="349885" cy="3498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0494010" y="6250305"/>
            <a:ext cx="202565" cy="173355"/>
          </a:xfrm>
          <a:custGeom>
            <a:avLst/>
            <a:gdLst/>
            <a:ahLst/>
            <a:cxnLst/>
            <a:rect l="l" t="t" r="r" b="b"/>
            <a:pathLst>
              <a:path w="202565" h="173355">
                <a:moveTo>
                  <a:pt x="124485" y="72147"/>
                </a:moveTo>
                <a:lnTo>
                  <a:pt x="108101" y="72147"/>
                </a:lnTo>
                <a:cubicBezTo>
                  <a:pt x="108270" y="73836"/>
                  <a:pt x="108439" y="81609"/>
                  <a:pt x="104047" y="84819"/>
                </a:cubicBezTo>
                <a:cubicBezTo>
                  <a:pt x="104047" y="84819"/>
                  <a:pt x="111141" y="124187"/>
                  <a:pt x="108101" y="136859"/>
                </a:cubicBezTo>
                <a:cubicBezTo>
                  <a:pt x="106919" y="142266"/>
                  <a:pt x="102358" y="155614"/>
                  <a:pt x="97122" y="155614"/>
                </a:cubicBezTo>
                <a:cubicBezTo>
                  <a:pt x="91886" y="155445"/>
                  <a:pt x="87832" y="142097"/>
                  <a:pt x="86819" y="136859"/>
                </a:cubicBezTo>
                <a:cubicBezTo>
                  <a:pt x="84285" y="124187"/>
                  <a:pt x="92730" y="84988"/>
                  <a:pt x="92730" y="84988"/>
                </a:cubicBezTo>
                <a:cubicBezTo>
                  <a:pt x="91379" y="84481"/>
                  <a:pt x="89015" y="82115"/>
                  <a:pt x="88508" y="72147"/>
                </a:cubicBezTo>
                <a:lnTo>
                  <a:pt x="70435" y="72147"/>
                </a:lnTo>
                <a:lnTo>
                  <a:pt x="70435" y="72147"/>
                </a:lnTo>
                <a:cubicBezTo>
                  <a:pt x="54051" y="72147"/>
                  <a:pt x="38680" y="86171"/>
                  <a:pt x="40707" y="103405"/>
                </a:cubicBezTo>
                <a:lnTo>
                  <a:pt x="44930" y="135338"/>
                </a:lnTo>
                <a:cubicBezTo>
                  <a:pt x="48308" y="152404"/>
                  <a:pt x="58273" y="166089"/>
                  <a:pt x="74826" y="166089"/>
                </a:cubicBezTo>
                <a:lnTo>
                  <a:pt x="120094" y="166089"/>
                </a:lnTo>
                <a:cubicBezTo>
                  <a:pt x="136647" y="166089"/>
                  <a:pt x="146612" y="151897"/>
                  <a:pt x="149990" y="135001"/>
                </a:cubicBezTo>
                <a:lnTo>
                  <a:pt x="154213" y="102898"/>
                </a:lnTo>
                <a:cubicBezTo>
                  <a:pt x="156240" y="86171"/>
                  <a:pt x="140869" y="72147"/>
                  <a:pt x="124485" y="72147"/>
                </a:cubicBezTo>
                <a:moveTo>
                  <a:pt x="36822" y="52040"/>
                </a:moveTo>
                <a:cubicBezTo>
                  <a:pt x="47294" y="52040"/>
                  <a:pt x="55740" y="43592"/>
                  <a:pt x="55740" y="33117"/>
                </a:cubicBezTo>
                <a:cubicBezTo>
                  <a:pt x="55740" y="22641"/>
                  <a:pt x="47294" y="14024"/>
                  <a:pt x="36822" y="14024"/>
                </a:cubicBezTo>
                <a:cubicBezTo>
                  <a:pt x="26350" y="14024"/>
                  <a:pt x="17735" y="22641"/>
                  <a:pt x="17735" y="33117"/>
                </a:cubicBezTo>
                <a:cubicBezTo>
                  <a:pt x="17735" y="43592"/>
                  <a:pt x="26350" y="52040"/>
                  <a:pt x="36822" y="52040"/>
                </a:cubicBezTo>
                <a:moveTo>
                  <a:pt x="53713" y="58123"/>
                </a:moveTo>
                <a:lnTo>
                  <a:pt x="19931" y="58123"/>
                </a:lnTo>
                <a:lnTo>
                  <a:pt x="19931" y="57954"/>
                </a:lnTo>
                <a:cubicBezTo>
                  <a:pt x="9628" y="57954"/>
                  <a:pt x="0" y="66740"/>
                  <a:pt x="1182" y="77385"/>
                </a:cubicBezTo>
                <a:lnTo>
                  <a:pt x="3885" y="97491"/>
                </a:lnTo>
                <a:cubicBezTo>
                  <a:pt x="5912" y="107967"/>
                  <a:pt x="12330" y="116415"/>
                  <a:pt x="22634" y="116415"/>
                </a:cubicBezTo>
                <a:lnTo>
                  <a:pt x="32261" y="116415"/>
                </a:lnTo>
                <a:lnTo>
                  <a:pt x="30403" y="102391"/>
                </a:lnTo>
                <a:lnTo>
                  <a:pt x="30403" y="102391"/>
                </a:lnTo>
                <a:lnTo>
                  <a:pt x="30403" y="102391"/>
                </a:lnTo>
                <a:cubicBezTo>
                  <a:pt x="29221" y="92760"/>
                  <a:pt x="32261" y="83298"/>
                  <a:pt x="39018" y="75864"/>
                </a:cubicBezTo>
                <a:cubicBezTo>
                  <a:pt x="42565" y="71809"/>
                  <a:pt x="47125" y="68599"/>
                  <a:pt x="52024" y="66402"/>
                </a:cubicBezTo>
                <a:cubicBezTo>
                  <a:pt x="56246" y="64037"/>
                  <a:pt x="60638" y="62685"/>
                  <a:pt x="65367" y="62009"/>
                </a:cubicBezTo>
                <a:cubicBezTo>
                  <a:pt x="61989" y="59475"/>
                  <a:pt x="57935" y="58123"/>
                  <a:pt x="53713" y="58123"/>
                </a:cubicBezTo>
                <a:moveTo>
                  <a:pt x="157253" y="52040"/>
                </a:moveTo>
                <a:cubicBezTo>
                  <a:pt x="167726" y="52040"/>
                  <a:pt x="176171" y="43592"/>
                  <a:pt x="176171" y="33117"/>
                </a:cubicBezTo>
                <a:cubicBezTo>
                  <a:pt x="176171" y="22641"/>
                  <a:pt x="167726" y="14024"/>
                  <a:pt x="157253" y="14024"/>
                </a:cubicBezTo>
                <a:cubicBezTo>
                  <a:pt x="146781" y="14024"/>
                  <a:pt x="138336" y="22641"/>
                  <a:pt x="138336" y="33117"/>
                </a:cubicBezTo>
                <a:cubicBezTo>
                  <a:pt x="138336" y="43592"/>
                  <a:pt x="146781" y="52040"/>
                  <a:pt x="157253" y="52040"/>
                </a:cubicBezTo>
                <a:moveTo>
                  <a:pt x="174144" y="58123"/>
                </a:moveTo>
                <a:lnTo>
                  <a:pt x="140363" y="58123"/>
                </a:lnTo>
                <a:lnTo>
                  <a:pt x="140363" y="57954"/>
                </a:lnTo>
                <a:cubicBezTo>
                  <a:pt x="136140" y="57954"/>
                  <a:pt x="132086" y="59475"/>
                  <a:pt x="128877" y="61840"/>
                </a:cubicBezTo>
                <a:cubicBezTo>
                  <a:pt x="133775" y="62516"/>
                  <a:pt x="138673" y="64037"/>
                  <a:pt x="143065" y="66402"/>
                </a:cubicBezTo>
                <a:cubicBezTo>
                  <a:pt x="148132" y="68599"/>
                  <a:pt x="152524" y="71978"/>
                  <a:pt x="156240" y="76033"/>
                </a:cubicBezTo>
                <a:cubicBezTo>
                  <a:pt x="162658" y="83467"/>
                  <a:pt x="165699" y="92591"/>
                  <a:pt x="164516" y="101884"/>
                </a:cubicBezTo>
                <a:lnTo>
                  <a:pt x="164516" y="101884"/>
                </a:lnTo>
                <a:lnTo>
                  <a:pt x="164516" y="101884"/>
                </a:lnTo>
                <a:lnTo>
                  <a:pt x="162489" y="116415"/>
                </a:lnTo>
                <a:lnTo>
                  <a:pt x="171442" y="116415"/>
                </a:lnTo>
                <a:cubicBezTo>
                  <a:pt x="181745" y="116415"/>
                  <a:pt x="188163" y="107629"/>
                  <a:pt x="190190" y="97153"/>
                </a:cubicBezTo>
                <a:lnTo>
                  <a:pt x="192893" y="77047"/>
                </a:lnTo>
                <a:cubicBezTo>
                  <a:pt x="194075" y="66740"/>
                  <a:pt x="184448" y="58123"/>
                  <a:pt x="174144" y="58123"/>
                </a:cubicBezTo>
                <a:moveTo>
                  <a:pt x="127694" y="31089"/>
                </a:moveTo>
                <a:cubicBezTo>
                  <a:pt x="127694" y="48323"/>
                  <a:pt x="114182" y="62347"/>
                  <a:pt x="97460" y="62347"/>
                </a:cubicBezTo>
                <a:cubicBezTo>
                  <a:pt x="80738" y="62347"/>
                  <a:pt x="67225" y="48323"/>
                  <a:pt x="67225" y="31089"/>
                </a:cubicBezTo>
                <a:cubicBezTo>
                  <a:pt x="67225" y="13855"/>
                  <a:pt x="80738" y="0"/>
                  <a:pt x="97460" y="0"/>
                </a:cubicBezTo>
                <a:cubicBezTo>
                  <a:pt x="114182" y="0"/>
                  <a:pt x="127694" y="13855"/>
                  <a:pt x="127694" y="31089"/>
                </a:cubicBezTo>
                <a:close/>
                <a:close/>
                <a:close/>
                <a:close/>
                <a:close/>
                <a:close/>
              </a:path>
            </a:pathLst>
          </a:custGeom>
          <a:solidFill>
            <a:srgbClr val="FFFFFF"/>
          </a:solidFill>
        </p:spPr>
      </p:sp>
      <p:sp>
        <p:nvSpPr>
          <p:cNvPr id="30" name="Text 26"/>
          <p:cNvSpPr/>
          <p:nvPr/>
        </p:nvSpPr>
        <p:spPr>
          <a:xfrm>
            <a:off x="10494010" y="6250305"/>
            <a:ext cx="202565" cy="17335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11142345" y="6162040"/>
            <a:ext cx="349885" cy="349885"/>
          </a:xfrm>
          <a:custGeom>
            <a:avLst/>
            <a:gdLst/>
            <a:ahLst/>
            <a:cxnLst/>
            <a:rect l="l" t="t" r="r" b="b"/>
            <a:pathLst>
              <a:path w="349885" h="349885">
                <a:moveTo>
                  <a:pt x="167610" y="0"/>
                </a:moveTo>
                <a:cubicBezTo>
                  <a:pt x="260117" y="0"/>
                  <a:pt x="335221" y="75104"/>
                  <a:pt x="335221" y="167610"/>
                </a:cubicBezTo>
                <a:cubicBezTo>
                  <a:pt x="335221" y="260117"/>
                  <a:pt x="260117" y="335221"/>
                  <a:pt x="167610" y="335221"/>
                </a:cubicBezTo>
                <a:cubicBezTo>
                  <a:pt x="75104" y="335221"/>
                  <a:pt x="0" y="260117"/>
                  <a:pt x="0" y="167610"/>
                </a:cubicBezTo>
                <a:cubicBezTo>
                  <a:pt x="0" y="75104"/>
                  <a:pt x="75104" y="0"/>
                  <a:pt x="167610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32" name="Text 28"/>
          <p:cNvSpPr/>
          <p:nvPr/>
        </p:nvSpPr>
        <p:spPr>
          <a:xfrm>
            <a:off x="11142345" y="6162040"/>
            <a:ext cx="349885" cy="3498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11244580" y="6245860"/>
            <a:ext cx="93345" cy="62230"/>
          </a:xfrm>
          <a:custGeom>
            <a:avLst/>
            <a:gdLst/>
            <a:ahLst/>
            <a:cxnLst/>
            <a:rect l="l" t="t" r="r" b="b"/>
            <a:pathLst>
              <a:path w="93345" h="62230">
                <a:moveTo>
                  <a:pt x="31975" y="44656"/>
                </a:moveTo>
                <a:cubicBezTo>
                  <a:pt x="29571" y="42725"/>
                  <a:pt x="28368" y="40070"/>
                  <a:pt x="28368" y="36690"/>
                </a:cubicBezTo>
                <a:cubicBezTo>
                  <a:pt x="28368" y="32828"/>
                  <a:pt x="29811" y="29932"/>
                  <a:pt x="32696" y="27759"/>
                </a:cubicBezTo>
                <a:cubicBezTo>
                  <a:pt x="35340" y="25345"/>
                  <a:pt x="38466" y="24138"/>
                  <a:pt x="43274" y="24138"/>
                </a:cubicBezTo>
                <a:cubicBezTo>
                  <a:pt x="43274" y="20276"/>
                  <a:pt x="43274" y="20276"/>
                  <a:pt x="43274" y="20276"/>
                </a:cubicBezTo>
                <a:cubicBezTo>
                  <a:pt x="49284" y="20276"/>
                  <a:pt x="49284" y="20276"/>
                  <a:pt x="49284" y="20276"/>
                </a:cubicBezTo>
                <a:cubicBezTo>
                  <a:pt x="49284" y="23897"/>
                  <a:pt x="49284" y="23897"/>
                  <a:pt x="49284" y="23897"/>
                </a:cubicBezTo>
                <a:cubicBezTo>
                  <a:pt x="53852" y="24138"/>
                  <a:pt x="56497" y="25104"/>
                  <a:pt x="59141" y="27518"/>
                </a:cubicBezTo>
                <a:cubicBezTo>
                  <a:pt x="61786" y="29690"/>
                  <a:pt x="62988" y="32828"/>
                  <a:pt x="63228" y="36690"/>
                </a:cubicBezTo>
                <a:cubicBezTo>
                  <a:pt x="53131" y="36690"/>
                  <a:pt x="53131" y="36690"/>
                  <a:pt x="53131" y="36690"/>
                </a:cubicBezTo>
                <a:cubicBezTo>
                  <a:pt x="52890" y="35001"/>
                  <a:pt x="52410" y="33794"/>
                  <a:pt x="51688" y="32828"/>
                </a:cubicBezTo>
                <a:cubicBezTo>
                  <a:pt x="50005" y="30897"/>
                  <a:pt x="42312" y="30897"/>
                  <a:pt x="40149" y="32345"/>
                </a:cubicBezTo>
                <a:cubicBezTo>
                  <a:pt x="38706" y="33552"/>
                  <a:pt x="38466" y="36449"/>
                  <a:pt x="40149" y="37656"/>
                </a:cubicBezTo>
                <a:cubicBezTo>
                  <a:pt x="42072" y="39104"/>
                  <a:pt x="49284" y="40311"/>
                  <a:pt x="52169" y="41277"/>
                </a:cubicBezTo>
                <a:cubicBezTo>
                  <a:pt x="55775" y="42484"/>
                  <a:pt x="58660" y="43691"/>
                  <a:pt x="60343" y="45380"/>
                </a:cubicBezTo>
                <a:cubicBezTo>
                  <a:pt x="62747" y="47553"/>
                  <a:pt x="63949" y="50208"/>
                  <a:pt x="63949" y="53829"/>
                </a:cubicBezTo>
                <a:cubicBezTo>
                  <a:pt x="63949" y="54794"/>
                  <a:pt x="63949" y="55760"/>
                  <a:pt x="63709" y="56484"/>
                </a:cubicBezTo>
                <a:cubicBezTo>
                  <a:pt x="63228" y="57449"/>
                  <a:pt x="62747" y="58415"/>
                  <a:pt x="62266" y="59380"/>
                </a:cubicBezTo>
                <a:cubicBezTo>
                  <a:pt x="59381" y="57932"/>
                  <a:pt x="56497" y="56725"/>
                  <a:pt x="53371" y="55518"/>
                </a:cubicBezTo>
                <a:cubicBezTo>
                  <a:pt x="53612" y="54311"/>
                  <a:pt x="53131" y="53104"/>
                  <a:pt x="52169" y="52380"/>
                </a:cubicBezTo>
                <a:cubicBezTo>
                  <a:pt x="48082" y="49242"/>
                  <a:pt x="37985" y="49967"/>
                  <a:pt x="31975" y="44656"/>
                </a:cubicBezTo>
                <a:moveTo>
                  <a:pt x="45918" y="9414"/>
                </a:moveTo>
                <a:cubicBezTo>
                  <a:pt x="35821" y="9414"/>
                  <a:pt x="26686" y="13518"/>
                  <a:pt x="19954" y="20035"/>
                </a:cubicBezTo>
                <a:cubicBezTo>
                  <a:pt x="13463" y="26794"/>
                  <a:pt x="9376" y="35966"/>
                  <a:pt x="9376" y="46104"/>
                </a:cubicBezTo>
                <a:cubicBezTo>
                  <a:pt x="9376" y="49484"/>
                  <a:pt x="9616" y="52863"/>
                  <a:pt x="10578" y="55760"/>
                </a:cubicBezTo>
                <a:cubicBezTo>
                  <a:pt x="7693" y="56967"/>
                  <a:pt x="4808" y="58174"/>
                  <a:pt x="2164" y="59622"/>
                </a:cubicBezTo>
                <a:cubicBezTo>
                  <a:pt x="721" y="55277"/>
                  <a:pt x="0" y="50691"/>
                  <a:pt x="0" y="46104"/>
                </a:cubicBezTo>
                <a:cubicBezTo>
                  <a:pt x="0" y="33311"/>
                  <a:pt x="5289" y="21966"/>
                  <a:pt x="13463" y="13518"/>
                </a:cubicBezTo>
                <a:cubicBezTo>
                  <a:pt x="21877" y="5310"/>
                  <a:pt x="33177" y="0"/>
                  <a:pt x="45918" y="0"/>
                </a:cubicBezTo>
                <a:cubicBezTo>
                  <a:pt x="58660" y="0"/>
                  <a:pt x="69960" y="5310"/>
                  <a:pt x="78374" y="13518"/>
                </a:cubicBezTo>
                <a:cubicBezTo>
                  <a:pt x="83423" y="18587"/>
                  <a:pt x="87269" y="24863"/>
                  <a:pt x="89433" y="31863"/>
                </a:cubicBezTo>
                <a:cubicBezTo>
                  <a:pt x="86788" y="33311"/>
                  <a:pt x="83903" y="35001"/>
                  <a:pt x="81499" y="36690"/>
                </a:cubicBezTo>
                <a:cubicBezTo>
                  <a:pt x="79816" y="30414"/>
                  <a:pt x="76451" y="24621"/>
                  <a:pt x="71883" y="20035"/>
                </a:cubicBezTo>
                <a:cubicBezTo>
                  <a:pt x="65151" y="13518"/>
                  <a:pt x="56016" y="9414"/>
                  <a:pt x="45918" y="9414"/>
                </a:cubicBezTo>
                <a:close/>
                <a:close/>
              </a:path>
            </a:pathLst>
          </a:custGeom>
          <a:solidFill>
            <a:srgbClr val="FFFFFF"/>
          </a:solidFill>
        </p:spPr>
      </p:sp>
      <p:sp>
        <p:nvSpPr>
          <p:cNvPr id="34" name="Text 30"/>
          <p:cNvSpPr/>
          <p:nvPr/>
        </p:nvSpPr>
        <p:spPr>
          <a:xfrm>
            <a:off x="11244580" y="6245860"/>
            <a:ext cx="93345" cy="6223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35" name="Shape 31"/>
          <p:cNvSpPr/>
          <p:nvPr/>
        </p:nvSpPr>
        <p:spPr>
          <a:xfrm>
            <a:off x="11317605" y="6282690"/>
            <a:ext cx="97155" cy="101600"/>
          </a:xfrm>
          <a:custGeom>
            <a:avLst/>
            <a:gdLst/>
            <a:ahLst/>
            <a:cxnLst/>
            <a:rect l="l" t="t" r="r" b="b"/>
            <a:pathLst>
              <a:path w="97155" h="101600">
                <a:moveTo>
                  <a:pt x="9836" y="14146"/>
                </a:moveTo>
                <a:cubicBezTo>
                  <a:pt x="18713" y="5275"/>
                  <a:pt x="30948" y="0"/>
                  <a:pt x="44382" y="0"/>
                </a:cubicBezTo>
                <a:cubicBezTo>
                  <a:pt x="57817" y="0"/>
                  <a:pt x="70052" y="5275"/>
                  <a:pt x="78929" y="14146"/>
                </a:cubicBezTo>
                <a:cubicBezTo>
                  <a:pt x="87805" y="23017"/>
                  <a:pt x="93083" y="35244"/>
                  <a:pt x="93083" y="48671"/>
                </a:cubicBezTo>
                <a:cubicBezTo>
                  <a:pt x="93083" y="62097"/>
                  <a:pt x="87805" y="74325"/>
                  <a:pt x="78929" y="83196"/>
                </a:cubicBezTo>
                <a:cubicBezTo>
                  <a:pt x="70052" y="92067"/>
                  <a:pt x="57817" y="97342"/>
                  <a:pt x="44382" y="97342"/>
                </a:cubicBezTo>
                <a:cubicBezTo>
                  <a:pt x="38145" y="97342"/>
                  <a:pt x="32147" y="96143"/>
                  <a:pt x="26629" y="94225"/>
                </a:cubicBezTo>
                <a:cubicBezTo>
                  <a:pt x="27349" y="90149"/>
                  <a:pt x="27829" y="86073"/>
                  <a:pt x="27829" y="81997"/>
                </a:cubicBezTo>
                <a:cubicBezTo>
                  <a:pt x="27829" y="64735"/>
                  <a:pt x="20872" y="47952"/>
                  <a:pt x="8637" y="35724"/>
                </a:cubicBezTo>
                <a:cubicBezTo>
                  <a:pt x="5998" y="33087"/>
                  <a:pt x="3119" y="30689"/>
                  <a:pt x="0" y="28531"/>
                </a:cubicBezTo>
                <a:cubicBezTo>
                  <a:pt x="2399" y="23017"/>
                  <a:pt x="5758" y="18222"/>
                  <a:pt x="9836" y="14146"/>
                </a:cubicBezTo>
                <a:moveTo>
                  <a:pt x="29508" y="47232"/>
                </a:moveTo>
                <a:cubicBezTo>
                  <a:pt x="26869" y="45075"/>
                  <a:pt x="25670" y="42197"/>
                  <a:pt x="25670" y="38601"/>
                </a:cubicBezTo>
                <a:cubicBezTo>
                  <a:pt x="25670" y="34525"/>
                  <a:pt x="27109" y="31408"/>
                  <a:pt x="30228" y="29011"/>
                </a:cubicBezTo>
                <a:cubicBezTo>
                  <a:pt x="33107" y="26613"/>
                  <a:pt x="36466" y="25175"/>
                  <a:pt x="41504" y="25175"/>
                </a:cubicBezTo>
                <a:cubicBezTo>
                  <a:pt x="41504" y="21099"/>
                  <a:pt x="41504" y="21099"/>
                  <a:pt x="41504" y="21099"/>
                </a:cubicBezTo>
                <a:cubicBezTo>
                  <a:pt x="47981" y="21099"/>
                  <a:pt x="47981" y="21099"/>
                  <a:pt x="47981" y="21099"/>
                </a:cubicBezTo>
                <a:cubicBezTo>
                  <a:pt x="47981" y="24935"/>
                  <a:pt x="47981" y="24935"/>
                  <a:pt x="47981" y="24935"/>
                </a:cubicBezTo>
                <a:cubicBezTo>
                  <a:pt x="52779" y="25175"/>
                  <a:pt x="55898" y="26373"/>
                  <a:pt x="58537" y="28771"/>
                </a:cubicBezTo>
                <a:cubicBezTo>
                  <a:pt x="61176" y="31169"/>
                  <a:pt x="62615" y="34285"/>
                  <a:pt x="62855" y="38601"/>
                </a:cubicBezTo>
                <a:cubicBezTo>
                  <a:pt x="52059" y="38601"/>
                  <a:pt x="52059" y="38601"/>
                  <a:pt x="52059" y="38601"/>
                </a:cubicBezTo>
                <a:cubicBezTo>
                  <a:pt x="51819" y="36923"/>
                  <a:pt x="51340" y="35484"/>
                  <a:pt x="50620" y="34525"/>
                </a:cubicBezTo>
                <a:cubicBezTo>
                  <a:pt x="48701" y="32367"/>
                  <a:pt x="40304" y="32367"/>
                  <a:pt x="38385" y="34046"/>
                </a:cubicBezTo>
                <a:cubicBezTo>
                  <a:pt x="36466" y="35244"/>
                  <a:pt x="36466" y="38361"/>
                  <a:pt x="38145" y="39560"/>
                </a:cubicBezTo>
                <a:cubicBezTo>
                  <a:pt x="40304" y="41238"/>
                  <a:pt x="47981" y="42437"/>
                  <a:pt x="51100" y="43396"/>
                </a:cubicBezTo>
                <a:cubicBezTo>
                  <a:pt x="54938" y="44595"/>
                  <a:pt x="58057" y="46273"/>
                  <a:pt x="59976" y="47952"/>
                </a:cubicBezTo>
                <a:cubicBezTo>
                  <a:pt x="62375" y="50109"/>
                  <a:pt x="63575" y="52987"/>
                  <a:pt x="63575" y="56823"/>
                </a:cubicBezTo>
                <a:cubicBezTo>
                  <a:pt x="63575" y="61378"/>
                  <a:pt x="62375" y="64735"/>
                  <a:pt x="59496" y="66893"/>
                </a:cubicBezTo>
                <a:cubicBezTo>
                  <a:pt x="56618" y="69290"/>
                  <a:pt x="53259" y="70729"/>
                  <a:pt x="47501" y="70968"/>
                </a:cubicBezTo>
                <a:cubicBezTo>
                  <a:pt x="47501" y="76243"/>
                  <a:pt x="47501" y="76243"/>
                  <a:pt x="47501" y="76243"/>
                </a:cubicBezTo>
                <a:cubicBezTo>
                  <a:pt x="41264" y="76243"/>
                  <a:pt x="41264" y="76243"/>
                  <a:pt x="41264" y="76243"/>
                </a:cubicBezTo>
                <a:cubicBezTo>
                  <a:pt x="41264" y="70968"/>
                  <a:pt x="41264" y="70968"/>
                  <a:pt x="41264" y="70968"/>
                </a:cubicBezTo>
                <a:cubicBezTo>
                  <a:pt x="35986" y="70729"/>
                  <a:pt x="32627" y="69530"/>
                  <a:pt x="29508" y="66893"/>
                </a:cubicBezTo>
                <a:cubicBezTo>
                  <a:pt x="26629" y="64255"/>
                  <a:pt x="25190" y="60419"/>
                  <a:pt x="25190" y="55864"/>
                </a:cubicBezTo>
                <a:cubicBezTo>
                  <a:pt x="36466" y="55864"/>
                  <a:pt x="36466" y="55864"/>
                  <a:pt x="36466" y="55864"/>
                </a:cubicBezTo>
                <a:cubicBezTo>
                  <a:pt x="36705" y="58261"/>
                  <a:pt x="37185" y="59940"/>
                  <a:pt x="37905" y="60899"/>
                </a:cubicBezTo>
                <a:cubicBezTo>
                  <a:pt x="40064" y="63536"/>
                  <a:pt x="48701" y="63056"/>
                  <a:pt x="50860" y="61378"/>
                </a:cubicBezTo>
                <a:cubicBezTo>
                  <a:pt x="52779" y="60179"/>
                  <a:pt x="53019" y="56823"/>
                  <a:pt x="51100" y="55384"/>
                </a:cubicBezTo>
                <a:cubicBezTo>
                  <a:pt x="46781" y="51788"/>
                  <a:pt x="35986" y="52747"/>
                  <a:pt x="29508" y="47232"/>
                </a:cubicBezTo>
                <a:close/>
                <a:close/>
              </a:path>
            </a:pathLst>
          </a:custGeom>
          <a:solidFill>
            <a:srgbClr val="FFFFFF"/>
          </a:solidFill>
        </p:spPr>
      </p:sp>
      <p:sp>
        <p:nvSpPr>
          <p:cNvPr id="36" name="Text 32"/>
          <p:cNvSpPr/>
          <p:nvPr/>
        </p:nvSpPr>
        <p:spPr>
          <a:xfrm>
            <a:off x="11317605" y="6282690"/>
            <a:ext cx="97155" cy="10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11219180" y="6309995"/>
            <a:ext cx="117475" cy="117475"/>
          </a:xfrm>
          <a:custGeom>
            <a:avLst/>
            <a:gdLst/>
            <a:ahLst/>
            <a:cxnLst/>
            <a:rect l="l" t="t" r="r" b="b"/>
            <a:pathLst>
              <a:path w="117475" h="117475">
                <a:moveTo>
                  <a:pt x="56276" y="13650"/>
                </a:moveTo>
                <a:cubicBezTo>
                  <a:pt x="44542" y="13650"/>
                  <a:pt x="33765" y="18439"/>
                  <a:pt x="26102" y="26102"/>
                </a:cubicBezTo>
                <a:cubicBezTo>
                  <a:pt x="18439" y="33765"/>
                  <a:pt x="13650" y="44542"/>
                  <a:pt x="13650" y="56276"/>
                </a:cubicBezTo>
                <a:cubicBezTo>
                  <a:pt x="13650" y="68010"/>
                  <a:pt x="18439" y="78547"/>
                  <a:pt x="26102" y="86449"/>
                </a:cubicBezTo>
                <a:cubicBezTo>
                  <a:pt x="33765" y="94112"/>
                  <a:pt x="44542" y="98902"/>
                  <a:pt x="56276" y="98902"/>
                </a:cubicBezTo>
                <a:cubicBezTo>
                  <a:pt x="68010" y="98902"/>
                  <a:pt x="78547" y="94112"/>
                  <a:pt x="86449" y="86449"/>
                </a:cubicBezTo>
                <a:cubicBezTo>
                  <a:pt x="94112" y="78547"/>
                  <a:pt x="98902" y="68010"/>
                  <a:pt x="98902" y="56276"/>
                </a:cubicBezTo>
                <a:cubicBezTo>
                  <a:pt x="98902" y="44542"/>
                  <a:pt x="94112" y="33765"/>
                  <a:pt x="86449" y="26102"/>
                </a:cubicBezTo>
                <a:cubicBezTo>
                  <a:pt x="78547" y="18439"/>
                  <a:pt x="68010" y="13650"/>
                  <a:pt x="56276" y="13650"/>
                </a:cubicBezTo>
                <a:moveTo>
                  <a:pt x="40710" y="54599"/>
                </a:moveTo>
                <a:cubicBezTo>
                  <a:pt x="38076" y="52444"/>
                  <a:pt x="36879" y="49571"/>
                  <a:pt x="36879" y="45739"/>
                </a:cubicBezTo>
                <a:cubicBezTo>
                  <a:pt x="36879" y="41668"/>
                  <a:pt x="38315" y="38315"/>
                  <a:pt x="41429" y="35681"/>
                </a:cubicBezTo>
                <a:cubicBezTo>
                  <a:pt x="44542" y="33287"/>
                  <a:pt x="47894" y="31850"/>
                  <a:pt x="53163" y="31610"/>
                </a:cubicBezTo>
                <a:cubicBezTo>
                  <a:pt x="53163" y="27300"/>
                  <a:pt x="53163" y="27300"/>
                  <a:pt x="53163" y="27300"/>
                </a:cubicBezTo>
                <a:cubicBezTo>
                  <a:pt x="60107" y="27300"/>
                  <a:pt x="60107" y="27300"/>
                  <a:pt x="60107" y="27300"/>
                </a:cubicBezTo>
                <a:cubicBezTo>
                  <a:pt x="60107" y="31610"/>
                  <a:pt x="60107" y="31610"/>
                  <a:pt x="60107" y="31610"/>
                </a:cubicBezTo>
                <a:cubicBezTo>
                  <a:pt x="65136" y="31850"/>
                  <a:pt x="68010" y="33047"/>
                  <a:pt x="70883" y="35442"/>
                </a:cubicBezTo>
                <a:cubicBezTo>
                  <a:pt x="73757" y="37836"/>
                  <a:pt x="74955" y="41189"/>
                  <a:pt x="75194" y="45500"/>
                </a:cubicBezTo>
                <a:cubicBezTo>
                  <a:pt x="63939" y="45500"/>
                  <a:pt x="63939" y="45500"/>
                  <a:pt x="63939" y="45500"/>
                </a:cubicBezTo>
                <a:cubicBezTo>
                  <a:pt x="63699" y="43584"/>
                  <a:pt x="63460" y="42386"/>
                  <a:pt x="62741" y="41429"/>
                </a:cubicBezTo>
                <a:cubicBezTo>
                  <a:pt x="60826" y="39273"/>
                  <a:pt x="52205" y="39273"/>
                  <a:pt x="49810" y="40950"/>
                </a:cubicBezTo>
                <a:cubicBezTo>
                  <a:pt x="48134" y="42386"/>
                  <a:pt x="47894" y="45500"/>
                  <a:pt x="49810" y="46936"/>
                </a:cubicBezTo>
                <a:cubicBezTo>
                  <a:pt x="51965" y="48613"/>
                  <a:pt x="59868" y="49810"/>
                  <a:pt x="63220" y="50768"/>
                </a:cubicBezTo>
                <a:cubicBezTo>
                  <a:pt x="67291" y="52205"/>
                  <a:pt x="70405" y="53642"/>
                  <a:pt x="72320" y="55318"/>
                </a:cubicBezTo>
                <a:cubicBezTo>
                  <a:pt x="74955" y="57713"/>
                  <a:pt x="76152" y="60826"/>
                  <a:pt x="76152" y="64897"/>
                </a:cubicBezTo>
                <a:cubicBezTo>
                  <a:pt x="76391" y="69447"/>
                  <a:pt x="74715" y="72799"/>
                  <a:pt x="71841" y="75194"/>
                </a:cubicBezTo>
                <a:cubicBezTo>
                  <a:pt x="68968" y="77828"/>
                  <a:pt x="65136" y="79504"/>
                  <a:pt x="59389" y="79744"/>
                </a:cubicBezTo>
                <a:cubicBezTo>
                  <a:pt x="59389" y="85012"/>
                  <a:pt x="59389" y="85012"/>
                  <a:pt x="59389" y="85012"/>
                </a:cubicBezTo>
                <a:cubicBezTo>
                  <a:pt x="52444" y="85012"/>
                  <a:pt x="52444" y="85012"/>
                  <a:pt x="52444" y="85012"/>
                </a:cubicBezTo>
                <a:cubicBezTo>
                  <a:pt x="52444" y="79744"/>
                  <a:pt x="52444" y="79744"/>
                  <a:pt x="52444" y="79744"/>
                </a:cubicBezTo>
                <a:cubicBezTo>
                  <a:pt x="46936" y="79744"/>
                  <a:pt x="43823" y="77828"/>
                  <a:pt x="40950" y="74955"/>
                </a:cubicBezTo>
                <a:cubicBezTo>
                  <a:pt x="37836" y="72320"/>
                  <a:pt x="36160" y="68489"/>
                  <a:pt x="36160" y="63699"/>
                </a:cubicBezTo>
                <a:cubicBezTo>
                  <a:pt x="48134" y="63699"/>
                  <a:pt x="48134" y="63699"/>
                  <a:pt x="48134" y="63699"/>
                </a:cubicBezTo>
                <a:cubicBezTo>
                  <a:pt x="48373" y="66094"/>
                  <a:pt x="48852" y="67770"/>
                  <a:pt x="49571" y="68968"/>
                </a:cubicBezTo>
                <a:cubicBezTo>
                  <a:pt x="51726" y="71602"/>
                  <a:pt x="60826" y="71123"/>
                  <a:pt x="62981" y="69447"/>
                </a:cubicBezTo>
                <a:cubicBezTo>
                  <a:pt x="65136" y="68010"/>
                  <a:pt x="65136" y="64897"/>
                  <a:pt x="63220" y="63220"/>
                </a:cubicBezTo>
                <a:cubicBezTo>
                  <a:pt x="58670" y="59628"/>
                  <a:pt x="47415" y="60347"/>
                  <a:pt x="40710" y="54599"/>
                </a:cubicBezTo>
                <a:moveTo>
                  <a:pt x="16524" y="16524"/>
                </a:moveTo>
                <a:cubicBezTo>
                  <a:pt x="26581" y="6226"/>
                  <a:pt x="40710" y="0"/>
                  <a:pt x="56276" y="0"/>
                </a:cubicBezTo>
                <a:cubicBezTo>
                  <a:pt x="71841" y="0"/>
                  <a:pt x="85970" y="6226"/>
                  <a:pt x="96028" y="16524"/>
                </a:cubicBezTo>
                <a:cubicBezTo>
                  <a:pt x="106325" y="26581"/>
                  <a:pt x="112551" y="40710"/>
                  <a:pt x="112551" y="56276"/>
                </a:cubicBezTo>
                <a:cubicBezTo>
                  <a:pt x="112551" y="71841"/>
                  <a:pt x="106325" y="85970"/>
                  <a:pt x="96028" y="96028"/>
                </a:cubicBezTo>
                <a:cubicBezTo>
                  <a:pt x="85970" y="106325"/>
                  <a:pt x="71841" y="112551"/>
                  <a:pt x="56276" y="112551"/>
                </a:cubicBezTo>
                <a:cubicBezTo>
                  <a:pt x="40710" y="112551"/>
                  <a:pt x="26581" y="106325"/>
                  <a:pt x="16524" y="96028"/>
                </a:cubicBezTo>
                <a:cubicBezTo>
                  <a:pt x="6226" y="85970"/>
                  <a:pt x="0" y="71841"/>
                  <a:pt x="0" y="56276"/>
                </a:cubicBezTo>
                <a:cubicBezTo>
                  <a:pt x="0" y="40710"/>
                  <a:pt x="6226" y="26581"/>
                  <a:pt x="16524" y="16524"/>
                </a:cubicBezTo>
                <a:close/>
                <a:close/>
                <a:close/>
              </a:path>
            </a:pathLst>
          </a:custGeom>
          <a:solidFill>
            <a:srgbClr val="FFFFFF"/>
          </a:solidFill>
        </p:spPr>
      </p:sp>
      <p:sp>
        <p:nvSpPr>
          <p:cNvPr id="38" name="Text 34"/>
          <p:cNvSpPr/>
          <p:nvPr/>
        </p:nvSpPr>
        <p:spPr>
          <a:xfrm>
            <a:off x="11219180" y="6309995"/>
            <a:ext cx="117475" cy="11747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39" name="Shape 35"/>
          <p:cNvSpPr/>
          <p:nvPr/>
        </p:nvSpPr>
        <p:spPr>
          <a:xfrm>
            <a:off x="10848277" y="91600"/>
            <a:ext cx="1251450" cy="1605057"/>
          </a:xfrm>
          <a:custGeom>
            <a:avLst/>
            <a:gdLst/>
            <a:ahLst/>
            <a:cxnLst/>
            <a:rect l="l" t="t" r="r" b="b"/>
            <a:pathLst>
              <a:path w="1251450" h="1605057">
                <a:moveTo>
                  <a:pt x="857070" y="0"/>
                </a:moveTo>
                <a:lnTo>
                  <a:pt x="1199000" y="0"/>
                </a:lnTo>
                <a:lnTo>
                  <a:pt x="341930" y="1537787"/>
                </a:lnTo>
                <a:lnTo>
                  <a:pt x="0" y="1537787"/>
                </a:lnTo>
                <a:close/>
              </a:path>
            </a:pathLst>
          </a:custGeom>
          <a:solidFill>
            <a:srgbClr val="42E4A1"/>
          </a:solidFill>
        </p:spPr>
      </p:sp>
      <p:sp>
        <p:nvSpPr>
          <p:cNvPr id="40" name="Text 36"/>
          <p:cNvSpPr/>
          <p:nvPr/>
        </p:nvSpPr>
        <p:spPr>
          <a:xfrm>
            <a:off x="10848277" y="91600"/>
            <a:ext cx="1251450" cy="160505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41" name="Shape 37"/>
          <p:cNvSpPr/>
          <p:nvPr/>
        </p:nvSpPr>
        <p:spPr>
          <a:xfrm>
            <a:off x="3945890" y="3895792"/>
            <a:ext cx="7959725" cy="1192524"/>
          </a:xfrm>
          <a:custGeom>
            <a:avLst/>
            <a:gdLst/>
            <a:ahLst/>
            <a:cxnLst/>
            <a:rect l="l" t="t" r="r" b="b"/>
            <a:pathLst>
              <a:path w="7959725" h="1192524">
                <a:moveTo>
                  <a:pt x="0" y="0"/>
                </a:moveTo>
                <a:lnTo>
                  <a:pt x="7959725" y="0"/>
                </a:lnTo>
                <a:lnTo>
                  <a:pt x="7959725" y="1192524"/>
                </a:lnTo>
                <a:lnTo>
                  <a:pt x="0" y="11925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42" name="Text 38"/>
          <p:cNvSpPr/>
          <p:nvPr/>
        </p:nvSpPr>
        <p:spPr>
          <a:xfrm>
            <a:off x="3945890" y="3895792"/>
            <a:ext cx="7959725" cy="11925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spcBef>
                <a:spcPts val="375"/>
              </a:spcBef>
              <a:buNone/>
            </a:pPr>
            <a:r>
              <a:rPr lang="zh-CN" altLang="en-US" sz="6000" dirty="0"/>
              <a:t>新漫杯挑战组</a:t>
            </a:r>
            <a:r>
              <a:rPr lang="zh-CN" altLang="en-US" sz="6000" dirty="0"/>
              <a:t>答辩</a:t>
            </a:r>
            <a:endParaRPr lang="zh-CN" altLang="en-US" sz="6000" dirty="0"/>
          </a:p>
        </p:txBody>
      </p:sp>
      <p:sp>
        <p:nvSpPr>
          <p:cNvPr id="43" name="Shape 39"/>
          <p:cNvSpPr/>
          <p:nvPr/>
        </p:nvSpPr>
        <p:spPr>
          <a:xfrm>
            <a:off x="6096635" y="2785745"/>
            <a:ext cx="4751705" cy="368300"/>
          </a:xfrm>
          <a:custGeom>
            <a:avLst/>
            <a:gdLst/>
            <a:ahLst/>
            <a:cxnLst/>
            <a:rect l="l" t="t" r="r" b="b"/>
            <a:pathLst>
              <a:path w="4751705" h="368300">
                <a:moveTo>
                  <a:pt x="0" y="0"/>
                </a:moveTo>
                <a:lnTo>
                  <a:pt x="4751705" y="0"/>
                </a:lnTo>
                <a:lnTo>
                  <a:pt x="4751705" y="368300"/>
                </a:lnTo>
                <a:lnTo>
                  <a:pt x="0" y="3683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44" name="Text 40"/>
          <p:cNvSpPr/>
          <p:nvPr/>
        </p:nvSpPr>
        <p:spPr>
          <a:xfrm>
            <a:off x="6096635" y="2785745"/>
            <a:ext cx="4751705" cy="3683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6822050" y="5461437"/>
            <a:ext cx="1426355" cy="355403"/>
          </a:xfrm>
          <a:custGeom>
            <a:avLst/>
            <a:gdLst/>
            <a:ahLst/>
            <a:cxnLst/>
            <a:rect l="l" t="t" r="r" b="b"/>
            <a:pathLst>
              <a:path w="1426355" h="355403">
                <a:moveTo>
                  <a:pt x="169240" y="0"/>
                </a:moveTo>
                <a:lnTo>
                  <a:pt x="1257115" y="0"/>
                </a:lnTo>
                <a:quadBezTo>
                  <a:pt x="1426355" y="0"/>
                  <a:pt x="1426355" y="169240"/>
                </a:quadBezTo>
                <a:lnTo>
                  <a:pt x="1426355" y="186163"/>
                </a:lnTo>
                <a:quadBezTo>
                  <a:pt x="1426355" y="355403"/>
                  <a:pt x="1257115" y="355403"/>
                </a:quadBezTo>
                <a:lnTo>
                  <a:pt x="169240" y="355403"/>
                </a:lnTo>
                <a:quadBezTo>
                  <a:pt x="0" y="355403"/>
                  <a:pt x="0" y="186163"/>
                </a:quadBezTo>
                <a:lnTo>
                  <a:pt x="0" y="169240"/>
                </a:lnTo>
                <a:quadBezTo>
                  <a:pt x="0" y="0"/>
                  <a:pt x="169240" y="0"/>
                </a:quadBezTo>
                <a:close/>
              </a:path>
            </a:pathLst>
          </a:custGeom>
          <a:solidFill>
            <a:srgbClr val="2835DE"/>
          </a:solidFill>
        </p:spPr>
      </p:sp>
      <p:sp>
        <p:nvSpPr>
          <p:cNvPr id="46" name="Text 42"/>
          <p:cNvSpPr/>
          <p:nvPr/>
        </p:nvSpPr>
        <p:spPr>
          <a:xfrm>
            <a:off x="6822050" y="5461437"/>
            <a:ext cx="1426355" cy="35540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2025-10-09</a:t>
            </a:r>
            <a:endParaRPr lang="en-US" sz="1350" dirty="0"/>
          </a:p>
        </p:txBody>
      </p:sp>
      <p:sp>
        <p:nvSpPr>
          <p:cNvPr id="47" name="Shape 43"/>
          <p:cNvSpPr/>
          <p:nvPr/>
        </p:nvSpPr>
        <p:spPr>
          <a:xfrm>
            <a:off x="4008755" y="5461437"/>
            <a:ext cx="2525787" cy="355403"/>
          </a:xfrm>
          <a:custGeom>
            <a:avLst/>
            <a:gdLst/>
            <a:ahLst/>
            <a:cxnLst/>
            <a:rect l="l" t="t" r="r" b="b"/>
            <a:pathLst>
              <a:path w="2525787" h="355403">
                <a:moveTo>
                  <a:pt x="169240" y="0"/>
                </a:moveTo>
                <a:lnTo>
                  <a:pt x="2356548" y="0"/>
                </a:lnTo>
                <a:quadBezTo>
                  <a:pt x="2525787" y="0"/>
                  <a:pt x="2525787" y="169240"/>
                </a:quadBezTo>
                <a:lnTo>
                  <a:pt x="2525787" y="186163"/>
                </a:lnTo>
                <a:quadBezTo>
                  <a:pt x="2525787" y="355403"/>
                  <a:pt x="2356548" y="355403"/>
                </a:quadBezTo>
                <a:lnTo>
                  <a:pt x="169240" y="355403"/>
                </a:lnTo>
                <a:quadBezTo>
                  <a:pt x="0" y="355403"/>
                  <a:pt x="0" y="186163"/>
                </a:quadBezTo>
                <a:lnTo>
                  <a:pt x="0" y="169240"/>
                </a:lnTo>
                <a:quadBezTo>
                  <a:pt x="0" y="0"/>
                  <a:pt x="169240" y="0"/>
                </a:quadBezTo>
                <a:close/>
              </a:path>
            </a:pathLst>
          </a:custGeom>
          <a:solidFill>
            <a:srgbClr val="2835DE"/>
          </a:solidFill>
        </p:spPr>
      </p:sp>
      <p:sp>
        <p:nvSpPr>
          <p:cNvPr id="48" name="Text 44"/>
          <p:cNvSpPr/>
          <p:nvPr/>
        </p:nvSpPr>
        <p:spPr>
          <a:xfrm>
            <a:off x="4008755" y="5461437"/>
            <a:ext cx="2525787" cy="35540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主讲人：</a:t>
            </a:r>
            <a:r>
              <a:rPr lang="zh-CN" altLang="en-US" sz="13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张</a:t>
            </a:r>
            <a:r>
              <a:rPr lang="zh-CN" altLang="en-US" sz="13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恒瑞</a:t>
            </a:r>
            <a:endParaRPr lang="zh-CN" altLang="en-US" sz="13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420000">
            <a:off x="248920" y="166370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520065" h="520065">
                <a:moveTo>
                  <a:pt x="498268" y="249134"/>
                </a:moveTo>
                <a:cubicBezTo>
                  <a:pt x="498268" y="348846"/>
                  <a:pt x="438815" y="438954"/>
                  <a:pt x="347143" y="478181"/>
                </a:cubicBezTo>
                <a:lnTo>
                  <a:pt x="249134" y="249134"/>
                </a:lnTo>
                <a:lnTo>
                  <a:pt x="498268" y="249134"/>
                </a:lnTo>
                <a:close/>
              </a:path>
            </a:pathLst>
          </a:custGeom>
          <a:solidFill>
            <a:srgbClr val="F4EBD0"/>
          </a:solidFill>
        </p:spPr>
      </p:sp>
      <p:sp>
        <p:nvSpPr>
          <p:cNvPr id="3" name="Text 1"/>
          <p:cNvSpPr/>
          <p:nvPr/>
        </p:nvSpPr>
        <p:spPr>
          <a:xfrm rot="21420000">
            <a:off x="248920" y="166370"/>
            <a:ext cx="520065" cy="5200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92405" y="157480"/>
            <a:ext cx="336550" cy="487680"/>
          </a:xfrm>
          <a:custGeom>
            <a:avLst/>
            <a:gdLst/>
            <a:ahLst/>
            <a:cxnLst/>
            <a:rect l="l" t="t" r="r" b="b"/>
            <a:pathLst>
              <a:path w="336550" h="487680">
                <a:moveTo>
                  <a:pt x="113146" y="0"/>
                </a:moveTo>
                <a:lnTo>
                  <a:pt x="322445" y="238989"/>
                </a:lnTo>
                <a:lnTo>
                  <a:pt x="103688" y="467241"/>
                </a:lnTo>
                <a:cubicBezTo>
                  <a:pt x="40008" y="411298"/>
                  <a:pt x="0" y="329218"/>
                  <a:pt x="0" y="237794"/>
                </a:cubicBezTo>
                <a:cubicBezTo>
                  <a:pt x="0" y="141834"/>
                  <a:pt x="44077" y="56167"/>
                  <a:pt x="113146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5" name="Text 3"/>
          <p:cNvSpPr/>
          <p:nvPr/>
        </p:nvSpPr>
        <p:spPr>
          <a:xfrm>
            <a:off x="192405" y="157480"/>
            <a:ext cx="33655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8290" y="191770"/>
            <a:ext cx="440690" cy="440690"/>
          </a:xfrm>
          <a:custGeom>
            <a:avLst/>
            <a:gdLst/>
            <a:ahLst/>
            <a:cxnLst/>
            <a:rect l="l" t="t" r="r" b="b"/>
            <a:pathLst>
              <a:path w="440690" h="440690">
                <a:moveTo>
                  <a:pt x="211110" y="0"/>
                </a:moveTo>
                <a:cubicBezTo>
                  <a:pt x="327625" y="0"/>
                  <a:pt x="422220" y="94595"/>
                  <a:pt x="422220" y="211110"/>
                </a:cubicBezTo>
                <a:cubicBezTo>
                  <a:pt x="422220" y="327625"/>
                  <a:pt x="327625" y="422220"/>
                  <a:pt x="211110" y="422220"/>
                </a:cubicBezTo>
                <a:cubicBezTo>
                  <a:pt x="94595" y="422220"/>
                  <a:pt x="0" y="327625"/>
                  <a:pt x="0" y="211110"/>
                </a:cubicBezTo>
                <a:cubicBezTo>
                  <a:pt x="0" y="94595"/>
                  <a:pt x="94595" y="0"/>
                  <a:pt x="211110" y="0"/>
                </a:cubicBezTo>
                <a:close/>
              </a:path>
            </a:pathLst>
          </a:custGeom>
          <a:solidFill>
            <a:srgbClr val="2835D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290" y="191770"/>
            <a:ext cx="440690" cy="4406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7885" y="230505"/>
            <a:ext cx="10968990" cy="410170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95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目录</a:t>
            </a:r>
            <a:endParaRPr lang="en-US" sz="1950" dirty="0"/>
          </a:p>
        </p:txBody>
      </p:sp>
      <p:sp>
        <p:nvSpPr>
          <p:cNvPr id="9" name="Shape 7"/>
          <p:cNvSpPr/>
          <p:nvPr>
            <p:custDataLst>
              <p:tags r:id="rId1"/>
            </p:custDataLst>
          </p:nvPr>
        </p:nvSpPr>
        <p:spPr>
          <a:xfrm>
            <a:off x="1525270" y="2106295"/>
            <a:ext cx="558165" cy="584835"/>
          </a:xfrm>
          <a:custGeom>
            <a:avLst/>
            <a:gdLst/>
            <a:ahLst/>
            <a:cxnLst/>
            <a:rect l="l" t="t" r="r" b="b"/>
            <a:pathLst>
              <a:path w="438150" h="476250">
                <a:moveTo>
                  <a:pt x="54769" y="0"/>
                </a:moveTo>
                <a:lnTo>
                  <a:pt x="383381" y="0"/>
                </a:lnTo>
                <a:quadBezTo>
                  <a:pt x="438150" y="0"/>
                  <a:pt x="438150" y="52917"/>
                </a:quadBezTo>
                <a:lnTo>
                  <a:pt x="438150" y="423333"/>
                </a:lnTo>
                <a:quadBezTo>
                  <a:pt x="438150" y="476250"/>
                  <a:pt x="383381" y="476250"/>
                </a:quadBezTo>
                <a:lnTo>
                  <a:pt x="54769" y="476250"/>
                </a:lnTo>
                <a:quadBezTo>
                  <a:pt x="0" y="476250"/>
                  <a:pt x="0" y="423333"/>
                </a:quadBezTo>
                <a:lnTo>
                  <a:pt x="0" y="52917"/>
                </a:lnTo>
                <a:quadBezTo>
                  <a:pt x="0" y="0"/>
                  <a:pt x="54769" y="0"/>
                </a:quadBezTo>
                <a:close/>
              </a:path>
            </a:pathLst>
          </a:custGeom>
          <a:solidFill>
            <a:srgbClr val="2835DE"/>
          </a:solidFill>
        </p:spPr>
        <p:txBody>
          <a:bodyPr/>
          <a:p>
            <a:endParaRPr lang="zh-CN" altLang="en-US"/>
          </a:p>
        </p:txBody>
      </p:sp>
      <p:sp>
        <p:nvSpPr>
          <p:cNvPr id="10" name="Text 8"/>
          <p:cNvSpPr/>
          <p:nvPr>
            <p:custDataLst>
              <p:tags r:id="rId2"/>
            </p:custDataLst>
          </p:nvPr>
        </p:nvSpPr>
        <p:spPr>
          <a:xfrm>
            <a:off x="1610360" y="2134870"/>
            <a:ext cx="546735" cy="4762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/>
          <p:nvPr>
            <p:custDataLst>
              <p:tags r:id="rId3"/>
            </p:custDataLst>
          </p:nvPr>
        </p:nvSpPr>
        <p:spPr>
          <a:xfrm>
            <a:off x="2219325" y="2128997"/>
            <a:ext cx="4000500" cy="502285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2025" dirty="0"/>
              <a:t>方案</a:t>
            </a:r>
            <a:r>
              <a:rPr lang="zh-CN" altLang="en-US" sz="2025" dirty="0"/>
              <a:t>设计</a:t>
            </a:r>
            <a:endParaRPr lang="zh-CN" altLang="en-US" sz="2025" dirty="0"/>
          </a:p>
        </p:txBody>
      </p:sp>
      <p:sp>
        <p:nvSpPr>
          <p:cNvPr id="12" name="Shape 10"/>
          <p:cNvSpPr/>
          <p:nvPr>
            <p:custDataLst>
              <p:tags r:id="rId4"/>
            </p:custDataLst>
          </p:nvPr>
        </p:nvSpPr>
        <p:spPr>
          <a:xfrm>
            <a:off x="1525270" y="3206750"/>
            <a:ext cx="553085" cy="579755"/>
          </a:xfrm>
          <a:custGeom>
            <a:avLst/>
            <a:gdLst/>
            <a:ahLst/>
            <a:cxnLst/>
            <a:rect l="l" t="t" r="r" b="b"/>
            <a:pathLst>
              <a:path w="438150" h="476250">
                <a:moveTo>
                  <a:pt x="54769" y="0"/>
                </a:moveTo>
                <a:lnTo>
                  <a:pt x="383381" y="0"/>
                </a:lnTo>
                <a:quadBezTo>
                  <a:pt x="438150" y="0"/>
                  <a:pt x="438150" y="52917"/>
                </a:quadBezTo>
                <a:lnTo>
                  <a:pt x="438150" y="423333"/>
                </a:lnTo>
                <a:quadBezTo>
                  <a:pt x="438150" y="476250"/>
                  <a:pt x="383381" y="476250"/>
                </a:quadBezTo>
                <a:lnTo>
                  <a:pt x="54769" y="476250"/>
                </a:lnTo>
                <a:quadBezTo>
                  <a:pt x="0" y="476250"/>
                  <a:pt x="0" y="423333"/>
                </a:quadBezTo>
                <a:lnTo>
                  <a:pt x="0" y="52917"/>
                </a:lnTo>
                <a:quadBezTo>
                  <a:pt x="0" y="0"/>
                  <a:pt x="54769" y="0"/>
                </a:quadBezTo>
                <a:close/>
              </a:path>
            </a:pathLst>
          </a:custGeom>
          <a:solidFill>
            <a:srgbClr val="2835DE"/>
          </a:solidFill>
        </p:spPr>
      </p:sp>
      <p:sp>
        <p:nvSpPr>
          <p:cNvPr id="13" name="Text 11"/>
          <p:cNvSpPr/>
          <p:nvPr>
            <p:custDataLst>
              <p:tags r:id="rId5"/>
            </p:custDataLst>
          </p:nvPr>
        </p:nvSpPr>
        <p:spPr>
          <a:xfrm>
            <a:off x="1600835" y="3243580"/>
            <a:ext cx="438150" cy="4762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>
            <p:custDataLst>
              <p:tags r:id="rId6"/>
            </p:custDataLst>
          </p:nvPr>
        </p:nvSpPr>
        <p:spPr>
          <a:xfrm>
            <a:off x="2219325" y="3243422"/>
            <a:ext cx="4000500" cy="502285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2025" dirty="0"/>
              <a:t>研制过程与</a:t>
            </a:r>
            <a:r>
              <a:rPr lang="zh-CN" altLang="en-US" sz="2025" dirty="0"/>
              <a:t>成果</a:t>
            </a:r>
            <a:endParaRPr lang="zh-CN" altLang="en-US" sz="2025" dirty="0"/>
          </a:p>
        </p:txBody>
      </p:sp>
      <p:sp>
        <p:nvSpPr>
          <p:cNvPr id="15" name="Shape 13"/>
          <p:cNvSpPr/>
          <p:nvPr>
            <p:custDataLst>
              <p:tags r:id="rId7"/>
            </p:custDataLst>
          </p:nvPr>
        </p:nvSpPr>
        <p:spPr>
          <a:xfrm>
            <a:off x="1525270" y="4300855"/>
            <a:ext cx="546735" cy="596900"/>
          </a:xfrm>
          <a:custGeom>
            <a:avLst/>
            <a:gdLst/>
            <a:ahLst/>
            <a:cxnLst/>
            <a:rect l="l" t="t" r="r" b="b"/>
            <a:pathLst>
              <a:path w="438150" h="476250">
                <a:moveTo>
                  <a:pt x="54769" y="0"/>
                </a:moveTo>
                <a:lnTo>
                  <a:pt x="383381" y="0"/>
                </a:lnTo>
                <a:quadBezTo>
                  <a:pt x="438150" y="0"/>
                  <a:pt x="438150" y="52917"/>
                </a:quadBezTo>
                <a:lnTo>
                  <a:pt x="438150" y="423333"/>
                </a:lnTo>
                <a:quadBezTo>
                  <a:pt x="438150" y="476250"/>
                  <a:pt x="383381" y="476250"/>
                </a:quadBezTo>
                <a:lnTo>
                  <a:pt x="54769" y="476250"/>
                </a:lnTo>
                <a:quadBezTo>
                  <a:pt x="0" y="476250"/>
                  <a:pt x="0" y="423333"/>
                </a:quadBezTo>
                <a:lnTo>
                  <a:pt x="0" y="52917"/>
                </a:lnTo>
                <a:quadBezTo>
                  <a:pt x="0" y="0"/>
                  <a:pt x="54769" y="0"/>
                </a:quadBezTo>
                <a:close/>
              </a:path>
            </a:pathLst>
          </a:custGeom>
          <a:solidFill>
            <a:srgbClr val="2835DE"/>
          </a:solidFill>
        </p:spPr>
        <p:txBody>
          <a:bodyPr/>
          <a:p>
            <a:endParaRPr lang="zh-CN" altLang="en-US"/>
          </a:p>
        </p:txBody>
      </p:sp>
      <p:sp>
        <p:nvSpPr>
          <p:cNvPr id="16" name="Text 14"/>
          <p:cNvSpPr/>
          <p:nvPr>
            <p:custDataLst>
              <p:tags r:id="rId8"/>
            </p:custDataLst>
          </p:nvPr>
        </p:nvSpPr>
        <p:spPr>
          <a:xfrm>
            <a:off x="1610360" y="4301490"/>
            <a:ext cx="608965" cy="5962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>
            <p:custDataLst>
              <p:tags r:id="rId9"/>
            </p:custDataLst>
          </p:nvPr>
        </p:nvSpPr>
        <p:spPr>
          <a:xfrm>
            <a:off x="2219325" y="4357847"/>
            <a:ext cx="4000500" cy="502285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2025" dirty="0"/>
              <a:t>经验总结</a:t>
            </a:r>
            <a:endParaRPr lang="zh-CN" altLang="en-US" sz="2025" dirty="0"/>
          </a:p>
        </p:txBody>
      </p:sp>
      <p:sp>
        <p:nvSpPr>
          <p:cNvPr id="22" name="Text 20"/>
          <p:cNvSpPr/>
          <p:nvPr>
            <p:custDataLst>
              <p:tags r:id="rId10"/>
            </p:custDataLst>
          </p:nvPr>
        </p:nvSpPr>
        <p:spPr>
          <a:xfrm>
            <a:off x="7124700" y="2667000"/>
            <a:ext cx="438150" cy="4762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500" dirty="0"/>
          </a:p>
        </p:txBody>
      </p:sp>
      <p:pic>
        <p:nvPicPr>
          <p:cNvPr id="27" name="图片 26" descr="IMG_20250923_182427(1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9310" y="1139190"/>
            <a:ext cx="6400165" cy="47999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1503">
            <a:off x="6691881" y="2763267"/>
            <a:ext cx="3608317" cy="4006306"/>
          </a:xfrm>
          <a:custGeom>
            <a:avLst/>
            <a:gdLst/>
            <a:ahLst/>
            <a:cxnLst/>
            <a:rect l="l" t="t" r="r" b="b"/>
            <a:pathLst>
              <a:path w="3608317" h="4006306">
                <a:moveTo>
                  <a:pt x="3457089" y="1919199"/>
                </a:moveTo>
                <a:cubicBezTo>
                  <a:pt x="3457089" y="2687329"/>
                  <a:pt x="3044588" y="3381471"/>
                  <a:pt x="2408546" y="3683651"/>
                </a:cubicBezTo>
                <a:lnTo>
                  <a:pt x="1728545" y="1919199"/>
                </a:lnTo>
                <a:lnTo>
                  <a:pt x="3457089" y="1919199"/>
                </a:lnTo>
                <a:close/>
              </a:path>
            </a:pathLst>
          </a:custGeom>
          <a:solidFill>
            <a:srgbClr val="F4EBD0"/>
          </a:solidFill>
        </p:spPr>
      </p:sp>
      <p:sp>
        <p:nvSpPr>
          <p:cNvPr id="3" name="Text 1"/>
          <p:cNvSpPr/>
          <p:nvPr/>
        </p:nvSpPr>
        <p:spPr>
          <a:xfrm rot="-301503">
            <a:off x="6691881" y="2763267"/>
            <a:ext cx="3608317" cy="400630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775777" y="699688"/>
            <a:ext cx="4747579" cy="6372536"/>
          </a:xfrm>
          <a:custGeom>
            <a:avLst/>
            <a:gdLst/>
            <a:ahLst/>
            <a:cxnLst/>
            <a:rect l="l" t="t" r="r" b="b"/>
            <a:pathLst>
              <a:path w="4747579" h="6372536">
                <a:moveTo>
                  <a:pt x="1596103" y="0"/>
                </a:moveTo>
                <a:lnTo>
                  <a:pt x="4548602" y="3122879"/>
                </a:lnTo>
                <a:lnTo>
                  <a:pt x="1462685" y="6105456"/>
                </a:lnTo>
                <a:cubicBezTo>
                  <a:pt x="564378" y="5374452"/>
                  <a:pt x="0" y="4301907"/>
                  <a:pt x="0" y="3107269"/>
                </a:cubicBezTo>
                <a:cubicBezTo>
                  <a:pt x="0" y="1853349"/>
                  <a:pt x="621780" y="733941"/>
                  <a:pt x="1596103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5" name="Text 3"/>
          <p:cNvSpPr/>
          <p:nvPr/>
        </p:nvSpPr>
        <p:spPr>
          <a:xfrm>
            <a:off x="1775777" y="699688"/>
            <a:ext cx="4747579" cy="63725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02379" y="-115075"/>
            <a:ext cx="7787243" cy="7787243"/>
          </a:xfrm>
          <a:custGeom>
            <a:avLst/>
            <a:gdLst/>
            <a:ahLst/>
            <a:cxnLst/>
            <a:rect l="l" t="t" r="r" b="b"/>
            <a:pathLst>
              <a:path w="7787243" h="7787243">
                <a:moveTo>
                  <a:pt x="3893621" y="0"/>
                </a:moveTo>
                <a:cubicBezTo>
                  <a:pt x="6042570" y="0"/>
                  <a:pt x="7787243" y="1744673"/>
                  <a:pt x="7787243" y="3893621"/>
                </a:cubicBezTo>
                <a:cubicBezTo>
                  <a:pt x="7787243" y="6042570"/>
                  <a:pt x="6042570" y="7787243"/>
                  <a:pt x="3893621" y="7787243"/>
                </a:cubicBezTo>
                <a:cubicBezTo>
                  <a:pt x="1744673" y="7787243"/>
                  <a:pt x="0" y="6042570"/>
                  <a:pt x="0" y="3893621"/>
                </a:cubicBezTo>
                <a:cubicBezTo>
                  <a:pt x="0" y="1744673"/>
                  <a:pt x="1744673" y="0"/>
                  <a:pt x="3893621" y="0"/>
                </a:cubicBezTo>
                <a:close/>
              </a:path>
            </a:pathLst>
          </a:custGeom>
          <a:solidFill>
            <a:srgbClr val="F4F5FF"/>
          </a:solidFill>
        </p:spPr>
      </p:sp>
      <p:sp>
        <p:nvSpPr>
          <p:cNvPr id="7" name="Shape 5"/>
          <p:cNvSpPr/>
          <p:nvPr/>
        </p:nvSpPr>
        <p:spPr>
          <a:xfrm>
            <a:off x="2672749" y="355295"/>
            <a:ext cx="6846502" cy="6846502"/>
          </a:xfrm>
          <a:custGeom>
            <a:avLst/>
            <a:gdLst/>
            <a:ahLst/>
            <a:cxnLst/>
            <a:rect l="l" t="t" r="r" b="b"/>
            <a:pathLst>
              <a:path w="6846502" h="6846502">
                <a:moveTo>
                  <a:pt x="3423251" y="0"/>
                </a:moveTo>
                <a:cubicBezTo>
                  <a:pt x="5312595" y="0"/>
                  <a:pt x="6846502" y="1533907"/>
                  <a:pt x="6846502" y="3423251"/>
                </a:cubicBezTo>
                <a:cubicBezTo>
                  <a:pt x="6846502" y="5312595"/>
                  <a:pt x="5312595" y="6846502"/>
                  <a:pt x="3423251" y="6846502"/>
                </a:cubicBezTo>
                <a:cubicBezTo>
                  <a:pt x="1533907" y="6846502"/>
                  <a:pt x="0" y="5312595"/>
                  <a:pt x="0" y="3423251"/>
                </a:cubicBezTo>
                <a:cubicBezTo>
                  <a:pt x="0" y="1533907"/>
                  <a:pt x="1533907" y="0"/>
                  <a:pt x="3423251" y="0"/>
                </a:cubicBezTo>
                <a:close/>
              </a:path>
            </a:pathLst>
          </a:custGeom>
          <a:solidFill>
            <a:srgbClr val="2835DE">
              <a:alpha val="2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3216288" y="898834"/>
            <a:ext cx="5759424" cy="5759424"/>
          </a:xfrm>
          <a:custGeom>
            <a:avLst/>
            <a:gdLst/>
            <a:ahLst/>
            <a:cxnLst/>
            <a:rect l="l" t="t" r="r" b="b"/>
            <a:pathLst>
              <a:path w="5759424" h="5759424">
                <a:moveTo>
                  <a:pt x="2879712" y="0"/>
                </a:moveTo>
                <a:cubicBezTo>
                  <a:pt x="4469068" y="0"/>
                  <a:pt x="5759424" y="1290356"/>
                  <a:pt x="5759424" y="2879712"/>
                </a:cubicBezTo>
                <a:cubicBezTo>
                  <a:pt x="5759424" y="4469068"/>
                  <a:pt x="4469068" y="5759424"/>
                  <a:pt x="2879712" y="5759424"/>
                </a:cubicBezTo>
                <a:cubicBezTo>
                  <a:pt x="1290356" y="5759424"/>
                  <a:pt x="0" y="4469068"/>
                  <a:pt x="0" y="2879712"/>
                </a:cubicBezTo>
                <a:cubicBezTo>
                  <a:pt x="0" y="1290356"/>
                  <a:pt x="1290356" y="0"/>
                  <a:pt x="2879712" y="0"/>
                </a:cubicBezTo>
                <a:close/>
              </a:path>
            </a:pathLst>
          </a:custGeom>
          <a:solidFill>
            <a:srgbClr val="2835DE"/>
          </a:solidFill>
        </p:spPr>
      </p:sp>
      <p:sp>
        <p:nvSpPr>
          <p:cNvPr id="9" name="Text 7"/>
          <p:cNvSpPr/>
          <p:nvPr/>
        </p:nvSpPr>
        <p:spPr>
          <a:xfrm>
            <a:off x="3385938" y="3825803"/>
            <a:ext cx="5589774" cy="95186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4950" b="1" dirty="0">
                <a:solidFill>
                  <a:schemeClr val="bg1"/>
                </a:solidFill>
              </a:rPr>
              <a:t>方案设计</a:t>
            </a:r>
            <a:endParaRPr lang="zh-CN" altLang="en-US" sz="4950" b="1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040103" y="2413582"/>
            <a:ext cx="2281443" cy="1182291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9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9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420000">
            <a:off x="248920" y="166370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520065" h="520065">
                <a:moveTo>
                  <a:pt x="498268" y="249134"/>
                </a:moveTo>
                <a:cubicBezTo>
                  <a:pt x="498268" y="348846"/>
                  <a:pt x="438815" y="438954"/>
                  <a:pt x="347143" y="478181"/>
                </a:cubicBezTo>
                <a:lnTo>
                  <a:pt x="249134" y="249134"/>
                </a:lnTo>
                <a:lnTo>
                  <a:pt x="498268" y="249134"/>
                </a:lnTo>
                <a:close/>
              </a:path>
            </a:pathLst>
          </a:custGeom>
          <a:solidFill>
            <a:srgbClr val="F4EBD0"/>
          </a:solidFill>
        </p:spPr>
      </p:sp>
      <p:sp>
        <p:nvSpPr>
          <p:cNvPr id="3" name="Text 1"/>
          <p:cNvSpPr/>
          <p:nvPr/>
        </p:nvSpPr>
        <p:spPr>
          <a:xfrm rot="21420000">
            <a:off x="248920" y="166370"/>
            <a:ext cx="520065" cy="5200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92405" y="157480"/>
            <a:ext cx="336550" cy="487680"/>
          </a:xfrm>
          <a:custGeom>
            <a:avLst/>
            <a:gdLst/>
            <a:ahLst/>
            <a:cxnLst/>
            <a:rect l="l" t="t" r="r" b="b"/>
            <a:pathLst>
              <a:path w="336550" h="487680">
                <a:moveTo>
                  <a:pt x="113146" y="0"/>
                </a:moveTo>
                <a:lnTo>
                  <a:pt x="322445" y="238989"/>
                </a:lnTo>
                <a:lnTo>
                  <a:pt x="103688" y="467241"/>
                </a:lnTo>
                <a:cubicBezTo>
                  <a:pt x="40008" y="411298"/>
                  <a:pt x="0" y="329218"/>
                  <a:pt x="0" y="237794"/>
                </a:cubicBezTo>
                <a:cubicBezTo>
                  <a:pt x="0" y="141834"/>
                  <a:pt x="44077" y="56167"/>
                  <a:pt x="113146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5" name="Text 3"/>
          <p:cNvSpPr/>
          <p:nvPr/>
        </p:nvSpPr>
        <p:spPr>
          <a:xfrm>
            <a:off x="192405" y="157480"/>
            <a:ext cx="33655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8290" y="191770"/>
            <a:ext cx="440690" cy="440690"/>
          </a:xfrm>
          <a:custGeom>
            <a:avLst/>
            <a:gdLst/>
            <a:ahLst/>
            <a:cxnLst/>
            <a:rect l="l" t="t" r="r" b="b"/>
            <a:pathLst>
              <a:path w="440690" h="440690">
                <a:moveTo>
                  <a:pt x="211110" y="0"/>
                </a:moveTo>
                <a:cubicBezTo>
                  <a:pt x="327625" y="0"/>
                  <a:pt x="422220" y="94595"/>
                  <a:pt x="422220" y="211110"/>
                </a:cubicBezTo>
                <a:cubicBezTo>
                  <a:pt x="422220" y="327625"/>
                  <a:pt x="327625" y="422220"/>
                  <a:pt x="211110" y="422220"/>
                </a:cubicBezTo>
                <a:cubicBezTo>
                  <a:pt x="94595" y="422220"/>
                  <a:pt x="0" y="327625"/>
                  <a:pt x="0" y="211110"/>
                </a:cubicBezTo>
                <a:cubicBezTo>
                  <a:pt x="0" y="94595"/>
                  <a:pt x="94595" y="0"/>
                  <a:pt x="211110" y="0"/>
                </a:cubicBezTo>
                <a:close/>
              </a:path>
            </a:pathLst>
          </a:custGeom>
          <a:solidFill>
            <a:srgbClr val="2835D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290" y="191770"/>
            <a:ext cx="440690" cy="4406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7885" y="190480"/>
            <a:ext cx="10968990" cy="490220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altLang="zh-CN" sz="1950" dirty="0"/>
              <a:t>FreeRTOS</a:t>
            </a:r>
            <a:r>
              <a:rPr lang="zh-CN" altLang="en-US" sz="1950" dirty="0"/>
              <a:t>系统</a:t>
            </a:r>
            <a:endParaRPr lang="zh-CN" alt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2108522" y="1962401"/>
            <a:ext cx="7974957" cy="3148314"/>
          </a:xfrm>
          <a:custGeom>
            <a:avLst/>
            <a:gdLst/>
            <a:ahLst/>
            <a:cxnLst/>
            <a:rect l="l" t="t" r="r" b="b"/>
            <a:pathLst>
              <a:path w="7974957" h="3148314">
                <a:moveTo>
                  <a:pt x="0" y="502737"/>
                </a:moveTo>
                <a:lnTo>
                  <a:pt x="0" y="502737"/>
                </a:lnTo>
                <a:lnTo>
                  <a:pt x="0" y="502737"/>
                </a:lnTo>
                <a:lnTo>
                  <a:pt x="77" y="493963"/>
                </a:lnTo>
                <a:lnTo>
                  <a:pt x="306" y="485192"/>
                </a:lnTo>
                <a:lnTo>
                  <a:pt x="689" y="476426"/>
                </a:lnTo>
                <a:lnTo>
                  <a:pt x="1225" y="467668"/>
                </a:lnTo>
                <a:lnTo>
                  <a:pt x="1913" y="458921"/>
                </a:lnTo>
                <a:lnTo>
                  <a:pt x="2754" y="450187"/>
                </a:lnTo>
                <a:lnTo>
                  <a:pt x="3747" y="441469"/>
                </a:lnTo>
                <a:lnTo>
                  <a:pt x="4893" y="432770"/>
                </a:lnTo>
                <a:lnTo>
                  <a:pt x="6190" y="424092"/>
                </a:lnTo>
                <a:lnTo>
                  <a:pt x="7638" y="415438"/>
                </a:lnTo>
                <a:lnTo>
                  <a:pt x="9237" y="406811"/>
                </a:lnTo>
                <a:lnTo>
                  <a:pt x="10986" y="398212"/>
                </a:lnTo>
                <a:lnTo>
                  <a:pt x="12885" y="389646"/>
                </a:lnTo>
                <a:lnTo>
                  <a:pt x="14933" y="381114"/>
                </a:lnTo>
                <a:lnTo>
                  <a:pt x="17130" y="372619"/>
                </a:lnTo>
                <a:lnTo>
                  <a:pt x="19475" y="364164"/>
                </a:lnTo>
                <a:lnTo>
                  <a:pt x="21967" y="355751"/>
                </a:lnTo>
                <a:lnTo>
                  <a:pt x="24606" y="347383"/>
                </a:lnTo>
                <a:lnTo>
                  <a:pt x="27390" y="339062"/>
                </a:lnTo>
                <a:lnTo>
                  <a:pt x="30319" y="330791"/>
                </a:lnTo>
                <a:lnTo>
                  <a:pt x="33392" y="322572"/>
                </a:lnTo>
                <a:lnTo>
                  <a:pt x="36607" y="314409"/>
                </a:lnTo>
                <a:lnTo>
                  <a:pt x="39965" y="306302"/>
                </a:lnTo>
                <a:lnTo>
                  <a:pt x="43464" y="298256"/>
                </a:lnTo>
                <a:lnTo>
                  <a:pt x="47103" y="290271"/>
                </a:lnTo>
                <a:lnTo>
                  <a:pt x="50880" y="282352"/>
                </a:lnTo>
                <a:lnTo>
                  <a:pt x="54795" y="274499"/>
                </a:lnTo>
                <a:lnTo>
                  <a:pt x="58847" y="266717"/>
                </a:lnTo>
                <a:lnTo>
                  <a:pt x="63033" y="259006"/>
                </a:lnTo>
                <a:lnTo>
                  <a:pt x="67354" y="251369"/>
                </a:lnTo>
                <a:lnTo>
                  <a:pt x="71807" y="243809"/>
                </a:lnTo>
                <a:lnTo>
                  <a:pt x="76392" y="236327"/>
                </a:lnTo>
                <a:lnTo>
                  <a:pt x="81106" y="228927"/>
                </a:lnTo>
                <a:lnTo>
                  <a:pt x="85949" y="221610"/>
                </a:lnTo>
                <a:lnTo>
                  <a:pt x="90919" y="214379"/>
                </a:lnTo>
                <a:lnTo>
                  <a:pt x="96014" y="207236"/>
                </a:lnTo>
                <a:lnTo>
                  <a:pt x="101233" y="200183"/>
                </a:lnTo>
                <a:lnTo>
                  <a:pt x="106575" y="193221"/>
                </a:lnTo>
                <a:lnTo>
                  <a:pt x="112037" y="186355"/>
                </a:lnTo>
                <a:lnTo>
                  <a:pt x="117618" y="179584"/>
                </a:lnTo>
                <a:lnTo>
                  <a:pt x="123317" y="172912"/>
                </a:lnTo>
                <a:lnTo>
                  <a:pt x="129131" y="166340"/>
                </a:lnTo>
                <a:lnTo>
                  <a:pt x="135059" y="159871"/>
                </a:lnTo>
                <a:lnTo>
                  <a:pt x="141098" y="153507"/>
                </a:lnTo>
                <a:lnTo>
                  <a:pt x="147248" y="147248"/>
                </a:lnTo>
                <a:lnTo>
                  <a:pt x="153507" y="141098"/>
                </a:lnTo>
                <a:lnTo>
                  <a:pt x="159871" y="135059"/>
                </a:lnTo>
                <a:lnTo>
                  <a:pt x="166340" y="129131"/>
                </a:lnTo>
                <a:lnTo>
                  <a:pt x="172912" y="123317"/>
                </a:lnTo>
                <a:lnTo>
                  <a:pt x="179584" y="117618"/>
                </a:lnTo>
                <a:lnTo>
                  <a:pt x="186355" y="112037"/>
                </a:lnTo>
                <a:lnTo>
                  <a:pt x="193221" y="106575"/>
                </a:lnTo>
                <a:lnTo>
                  <a:pt x="200183" y="101233"/>
                </a:lnTo>
                <a:lnTo>
                  <a:pt x="207236" y="96014"/>
                </a:lnTo>
                <a:lnTo>
                  <a:pt x="214379" y="90919"/>
                </a:lnTo>
                <a:lnTo>
                  <a:pt x="221610" y="85949"/>
                </a:lnTo>
                <a:lnTo>
                  <a:pt x="228927" y="81106"/>
                </a:lnTo>
                <a:lnTo>
                  <a:pt x="236327" y="76392"/>
                </a:lnTo>
                <a:lnTo>
                  <a:pt x="243809" y="71807"/>
                </a:lnTo>
                <a:lnTo>
                  <a:pt x="251369" y="67354"/>
                </a:lnTo>
                <a:lnTo>
                  <a:pt x="259006" y="63033"/>
                </a:lnTo>
                <a:lnTo>
                  <a:pt x="266717" y="58847"/>
                </a:lnTo>
                <a:lnTo>
                  <a:pt x="274499" y="54795"/>
                </a:lnTo>
                <a:lnTo>
                  <a:pt x="282352" y="50880"/>
                </a:lnTo>
                <a:lnTo>
                  <a:pt x="290271" y="47103"/>
                </a:lnTo>
                <a:lnTo>
                  <a:pt x="298256" y="43464"/>
                </a:lnTo>
                <a:lnTo>
                  <a:pt x="306302" y="39965"/>
                </a:lnTo>
                <a:lnTo>
                  <a:pt x="314409" y="36607"/>
                </a:lnTo>
                <a:lnTo>
                  <a:pt x="322572" y="33392"/>
                </a:lnTo>
                <a:lnTo>
                  <a:pt x="330791" y="30319"/>
                </a:lnTo>
                <a:lnTo>
                  <a:pt x="339062" y="27390"/>
                </a:lnTo>
                <a:lnTo>
                  <a:pt x="347383" y="24606"/>
                </a:lnTo>
                <a:lnTo>
                  <a:pt x="355751" y="21967"/>
                </a:lnTo>
                <a:lnTo>
                  <a:pt x="364164" y="19475"/>
                </a:lnTo>
                <a:lnTo>
                  <a:pt x="372619" y="17130"/>
                </a:lnTo>
                <a:lnTo>
                  <a:pt x="381114" y="14933"/>
                </a:lnTo>
                <a:lnTo>
                  <a:pt x="389646" y="12885"/>
                </a:lnTo>
                <a:lnTo>
                  <a:pt x="398212" y="10986"/>
                </a:lnTo>
                <a:lnTo>
                  <a:pt x="406811" y="9237"/>
                </a:lnTo>
                <a:lnTo>
                  <a:pt x="415438" y="7638"/>
                </a:lnTo>
                <a:lnTo>
                  <a:pt x="424092" y="6190"/>
                </a:lnTo>
                <a:lnTo>
                  <a:pt x="432770" y="4893"/>
                </a:lnTo>
                <a:lnTo>
                  <a:pt x="441469" y="3747"/>
                </a:lnTo>
                <a:lnTo>
                  <a:pt x="450187" y="2754"/>
                </a:lnTo>
                <a:lnTo>
                  <a:pt x="458921" y="1913"/>
                </a:lnTo>
                <a:lnTo>
                  <a:pt x="467668" y="1225"/>
                </a:lnTo>
                <a:lnTo>
                  <a:pt x="476426" y="689"/>
                </a:lnTo>
                <a:lnTo>
                  <a:pt x="485192" y="306"/>
                </a:lnTo>
                <a:lnTo>
                  <a:pt x="493963" y="77"/>
                </a:lnTo>
                <a:lnTo>
                  <a:pt x="502737" y="0"/>
                </a:lnTo>
                <a:lnTo>
                  <a:pt x="1273453" y="0"/>
                </a:lnTo>
                <a:lnTo>
                  <a:pt x="1273453" y="0"/>
                </a:lnTo>
                <a:lnTo>
                  <a:pt x="3183632" y="0"/>
                </a:lnTo>
                <a:lnTo>
                  <a:pt x="7137980" y="0"/>
                </a:lnTo>
                <a:lnTo>
                  <a:pt x="7137980" y="0"/>
                </a:lnTo>
                <a:lnTo>
                  <a:pt x="7137980" y="0"/>
                </a:lnTo>
                <a:lnTo>
                  <a:pt x="7146754" y="77"/>
                </a:lnTo>
                <a:lnTo>
                  <a:pt x="7155525" y="306"/>
                </a:lnTo>
                <a:lnTo>
                  <a:pt x="7164291" y="689"/>
                </a:lnTo>
                <a:lnTo>
                  <a:pt x="7173049" y="1225"/>
                </a:lnTo>
                <a:lnTo>
                  <a:pt x="7181796" y="1913"/>
                </a:lnTo>
                <a:lnTo>
                  <a:pt x="7190530" y="2754"/>
                </a:lnTo>
                <a:lnTo>
                  <a:pt x="7199248" y="3747"/>
                </a:lnTo>
                <a:lnTo>
                  <a:pt x="7207947" y="4893"/>
                </a:lnTo>
                <a:lnTo>
                  <a:pt x="7216625" y="6190"/>
                </a:lnTo>
                <a:lnTo>
                  <a:pt x="7225279" y="7638"/>
                </a:lnTo>
                <a:lnTo>
                  <a:pt x="7233907" y="9237"/>
                </a:lnTo>
                <a:lnTo>
                  <a:pt x="7242505" y="10986"/>
                </a:lnTo>
                <a:lnTo>
                  <a:pt x="7251071" y="12885"/>
                </a:lnTo>
                <a:lnTo>
                  <a:pt x="7259603" y="14933"/>
                </a:lnTo>
                <a:lnTo>
                  <a:pt x="7268098" y="17130"/>
                </a:lnTo>
                <a:lnTo>
                  <a:pt x="7276553" y="19475"/>
                </a:lnTo>
                <a:lnTo>
                  <a:pt x="7284966" y="21967"/>
                </a:lnTo>
                <a:lnTo>
                  <a:pt x="7293334" y="24606"/>
                </a:lnTo>
                <a:lnTo>
                  <a:pt x="7301655" y="27390"/>
                </a:lnTo>
                <a:lnTo>
                  <a:pt x="7309926" y="30319"/>
                </a:lnTo>
                <a:lnTo>
                  <a:pt x="7318145" y="33392"/>
                </a:lnTo>
                <a:lnTo>
                  <a:pt x="7326309" y="36607"/>
                </a:lnTo>
                <a:lnTo>
                  <a:pt x="7334415" y="39965"/>
                </a:lnTo>
                <a:lnTo>
                  <a:pt x="7342462" y="43464"/>
                </a:lnTo>
                <a:lnTo>
                  <a:pt x="7350446" y="47103"/>
                </a:lnTo>
                <a:lnTo>
                  <a:pt x="7358366" y="50880"/>
                </a:lnTo>
                <a:lnTo>
                  <a:pt x="7366218" y="54795"/>
                </a:lnTo>
                <a:lnTo>
                  <a:pt x="7374001" y="58847"/>
                </a:lnTo>
                <a:lnTo>
                  <a:pt x="7381712" y="63033"/>
                </a:lnTo>
                <a:lnTo>
                  <a:pt x="7389349" y="67354"/>
                </a:lnTo>
                <a:lnTo>
                  <a:pt x="7396909" y="71807"/>
                </a:lnTo>
                <a:lnTo>
                  <a:pt x="7404390" y="76392"/>
                </a:lnTo>
                <a:lnTo>
                  <a:pt x="7411790" y="81106"/>
                </a:lnTo>
                <a:lnTo>
                  <a:pt x="7419107" y="85949"/>
                </a:lnTo>
                <a:lnTo>
                  <a:pt x="7426338" y="90919"/>
                </a:lnTo>
                <a:lnTo>
                  <a:pt x="7433482" y="96014"/>
                </a:lnTo>
                <a:lnTo>
                  <a:pt x="7440535" y="101233"/>
                </a:lnTo>
                <a:lnTo>
                  <a:pt x="7447496" y="106575"/>
                </a:lnTo>
                <a:lnTo>
                  <a:pt x="7454363" y="112037"/>
                </a:lnTo>
                <a:lnTo>
                  <a:pt x="7461133" y="117618"/>
                </a:lnTo>
                <a:lnTo>
                  <a:pt x="7467805" y="123317"/>
                </a:lnTo>
                <a:lnTo>
                  <a:pt x="7474377" y="129131"/>
                </a:lnTo>
                <a:lnTo>
                  <a:pt x="7480846" y="135059"/>
                </a:lnTo>
                <a:lnTo>
                  <a:pt x="7487211" y="141098"/>
                </a:lnTo>
                <a:lnTo>
                  <a:pt x="7493469" y="147248"/>
                </a:lnTo>
                <a:lnTo>
                  <a:pt x="7499619" y="153507"/>
                </a:lnTo>
                <a:lnTo>
                  <a:pt x="7505659" y="159871"/>
                </a:lnTo>
                <a:lnTo>
                  <a:pt x="7511587" y="166340"/>
                </a:lnTo>
                <a:lnTo>
                  <a:pt x="7517401" y="172912"/>
                </a:lnTo>
                <a:lnTo>
                  <a:pt x="7523099" y="179584"/>
                </a:lnTo>
                <a:lnTo>
                  <a:pt x="7528680" y="186355"/>
                </a:lnTo>
                <a:lnTo>
                  <a:pt x="7534142" y="193221"/>
                </a:lnTo>
                <a:lnTo>
                  <a:pt x="7539484" y="200183"/>
                </a:lnTo>
                <a:lnTo>
                  <a:pt x="7544703" y="207236"/>
                </a:lnTo>
                <a:lnTo>
                  <a:pt x="7549798" y="214379"/>
                </a:lnTo>
                <a:lnTo>
                  <a:pt x="7554768" y="221610"/>
                </a:lnTo>
                <a:lnTo>
                  <a:pt x="7559611" y="228927"/>
                </a:lnTo>
                <a:lnTo>
                  <a:pt x="7564325" y="236327"/>
                </a:lnTo>
                <a:lnTo>
                  <a:pt x="7568910" y="243809"/>
                </a:lnTo>
                <a:lnTo>
                  <a:pt x="7573363" y="251369"/>
                </a:lnTo>
                <a:lnTo>
                  <a:pt x="7577684" y="259006"/>
                </a:lnTo>
                <a:lnTo>
                  <a:pt x="7581871" y="266717"/>
                </a:lnTo>
                <a:lnTo>
                  <a:pt x="7585922" y="274499"/>
                </a:lnTo>
                <a:lnTo>
                  <a:pt x="7589837" y="282352"/>
                </a:lnTo>
                <a:lnTo>
                  <a:pt x="7593615" y="290271"/>
                </a:lnTo>
                <a:lnTo>
                  <a:pt x="7597253" y="298256"/>
                </a:lnTo>
                <a:lnTo>
                  <a:pt x="7600752" y="306302"/>
                </a:lnTo>
                <a:lnTo>
                  <a:pt x="7604110" y="314409"/>
                </a:lnTo>
                <a:lnTo>
                  <a:pt x="7607326" y="322572"/>
                </a:lnTo>
                <a:lnTo>
                  <a:pt x="7610399" y="330791"/>
                </a:lnTo>
                <a:lnTo>
                  <a:pt x="7613328" y="339062"/>
                </a:lnTo>
                <a:lnTo>
                  <a:pt x="7616112" y="347383"/>
                </a:lnTo>
                <a:lnTo>
                  <a:pt x="7618750" y="355751"/>
                </a:lnTo>
                <a:lnTo>
                  <a:pt x="7621242" y="364164"/>
                </a:lnTo>
                <a:lnTo>
                  <a:pt x="7623587" y="372619"/>
                </a:lnTo>
                <a:lnTo>
                  <a:pt x="7625784" y="381114"/>
                </a:lnTo>
                <a:lnTo>
                  <a:pt x="7627832" y="389646"/>
                </a:lnTo>
                <a:lnTo>
                  <a:pt x="7629731" y="398212"/>
                </a:lnTo>
                <a:lnTo>
                  <a:pt x="7631481" y="406811"/>
                </a:lnTo>
                <a:lnTo>
                  <a:pt x="7633080" y="415438"/>
                </a:lnTo>
                <a:lnTo>
                  <a:pt x="7634528" y="424092"/>
                </a:lnTo>
                <a:lnTo>
                  <a:pt x="7635825" y="432770"/>
                </a:lnTo>
                <a:lnTo>
                  <a:pt x="7636970" y="441469"/>
                </a:lnTo>
                <a:lnTo>
                  <a:pt x="7637963" y="450187"/>
                </a:lnTo>
                <a:lnTo>
                  <a:pt x="7638804" y="458921"/>
                </a:lnTo>
                <a:lnTo>
                  <a:pt x="7639493" y="467668"/>
                </a:lnTo>
                <a:lnTo>
                  <a:pt x="7640028" y="476426"/>
                </a:lnTo>
                <a:lnTo>
                  <a:pt x="7640411" y="485192"/>
                </a:lnTo>
                <a:lnTo>
                  <a:pt x="7640641" y="493963"/>
                </a:lnTo>
                <a:lnTo>
                  <a:pt x="7640717" y="502737"/>
                </a:lnTo>
                <a:lnTo>
                  <a:pt x="7640717" y="1759546"/>
                </a:lnTo>
                <a:lnTo>
                  <a:pt x="7640717" y="1759546"/>
                </a:lnTo>
                <a:lnTo>
                  <a:pt x="7640717" y="2513637"/>
                </a:lnTo>
                <a:lnTo>
                  <a:pt x="7640717" y="2513627"/>
                </a:lnTo>
                <a:lnTo>
                  <a:pt x="7640717" y="2513627"/>
                </a:lnTo>
                <a:lnTo>
                  <a:pt x="7640717" y="2513627"/>
                </a:lnTo>
                <a:lnTo>
                  <a:pt x="7640641" y="2522401"/>
                </a:lnTo>
                <a:lnTo>
                  <a:pt x="7640411" y="2531172"/>
                </a:lnTo>
                <a:lnTo>
                  <a:pt x="7640028" y="2539938"/>
                </a:lnTo>
                <a:lnTo>
                  <a:pt x="7639493" y="2548696"/>
                </a:lnTo>
                <a:lnTo>
                  <a:pt x="7638804" y="2557444"/>
                </a:lnTo>
                <a:lnTo>
                  <a:pt x="7637963" y="2566177"/>
                </a:lnTo>
                <a:lnTo>
                  <a:pt x="7636970" y="2574895"/>
                </a:lnTo>
                <a:lnTo>
                  <a:pt x="7635825" y="2583595"/>
                </a:lnTo>
                <a:lnTo>
                  <a:pt x="7634528" y="2592273"/>
                </a:lnTo>
                <a:lnTo>
                  <a:pt x="7633080" y="2600927"/>
                </a:lnTo>
                <a:lnTo>
                  <a:pt x="7631481" y="2609554"/>
                </a:lnTo>
                <a:lnTo>
                  <a:pt x="7629731" y="2618152"/>
                </a:lnTo>
                <a:lnTo>
                  <a:pt x="7627832" y="2626718"/>
                </a:lnTo>
                <a:lnTo>
                  <a:pt x="7625784" y="2635250"/>
                </a:lnTo>
                <a:lnTo>
                  <a:pt x="7623587" y="2643745"/>
                </a:lnTo>
                <a:lnTo>
                  <a:pt x="7621242" y="2652200"/>
                </a:lnTo>
                <a:lnTo>
                  <a:pt x="7618750" y="2660613"/>
                </a:lnTo>
                <a:lnTo>
                  <a:pt x="7616112" y="2668981"/>
                </a:lnTo>
                <a:lnTo>
                  <a:pt x="7613328" y="2677302"/>
                </a:lnTo>
                <a:lnTo>
                  <a:pt x="7610399" y="2685573"/>
                </a:lnTo>
                <a:lnTo>
                  <a:pt x="7607326" y="2693792"/>
                </a:lnTo>
                <a:lnTo>
                  <a:pt x="7604110" y="2701956"/>
                </a:lnTo>
                <a:lnTo>
                  <a:pt x="7600752" y="2710062"/>
                </a:lnTo>
                <a:lnTo>
                  <a:pt x="7597253" y="2718109"/>
                </a:lnTo>
                <a:lnTo>
                  <a:pt x="7593615" y="2726093"/>
                </a:lnTo>
                <a:lnTo>
                  <a:pt x="7589837" y="2734013"/>
                </a:lnTo>
                <a:lnTo>
                  <a:pt x="7585922" y="2741865"/>
                </a:lnTo>
                <a:lnTo>
                  <a:pt x="7581871" y="2749648"/>
                </a:lnTo>
                <a:lnTo>
                  <a:pt x="7577684" y="2757359"/>
                </a:lnTo>
                <a:lnTo>
                  <a:pt x="7573363" y="2764996"/>
                </a:lnTo>
                <a:lnTo>
                  <a:pt x="7568910" y="2772556"/>
                </a:lnTo>
                <a:lnTo>
                  <a:pt x="7564325" y="2780037"/>
                </a:lnTo>
                <a:lnTo>
                  <a:pt x="7559611" y="2787438"/>
                </a:lnTo>
                <a:lnTo>
                  <a:pt x="7554768" y="2794754"/>
                </a:lnTo>
                <a:lnTo>
                  <a:pt x="7549798" y="2801985"/>
                </a:lnTo>
                <a:lnTo>
                  <a:pt x="7544703" y="2809129"/>
                </a:lnTo>
                <a:lnTo>
                  <a:pt x="7539484" y="2816182"/>
                </a:lnTo>
                <a:lnTo>
                  <a:pt x="7534142" y="2823143"/>
                </a:lnTo>
                <a:lnTo>
                  <a:pt x="7528680" y="2830010"/>
                </a:lnTo>
                <a:lnTo>
                  <a:pt x="7523099" y="2836780"/>
                </a:lnTo>
                <a:lnTo>
                  <a:pt x="7517401" y="2843453"/>
                </a:lnTo>
                <a:lnTo>
                  <a:pt x="7511587" y="2850024"/>
                </a:lnTo>
                <a:lnTo>
                  <a:pt x="7505659" y="2856493"/>
                </a:lnTo>
                <a:lnTo>
                  <a:pt x="7499619" y="2862858"/>
                </a:lnTo>
                <a:lnTo>
                  <a:pt x="7493469" y="2869116"/>
                </a:lnTo>
                <a:lnTo>
                  <a:pt x="7487211" y="2875266"/>
                </a:lnTo>
                <a:lnTo>
                  <a:pt x="7480846" y="2881306"/>
                </a:lnTo>
                <a:lnTo>
                  <a:pt x="7474377" y="2887234"/>
                </a:lnTo>
                <a:lnTo>
                  <a:pt x="7467805" y="2893048"/>
                </a:lnTo>
                <a:lnTo>
                  <a:pt x="7461133" y="2898746"/>
                </a:lnTo>
                <a:lnTo>
                  <a:pt x="7454363" y="2904327"/>
                </a:lnTo>
                <a:lnTo>
                  <a:pt x="7447496" y="2909790"/>
                </a:lnTo>
                <a:lnTo>
                  <a:pt x="7440535" y="2915131"/>
                </a:lnTo>
                <a:lnTo>
                  <a:pt x="7433482" y="2920350"/>
                </a:lnTo>
                <a:lnTo>
                  <a:pt x="7426338" y="2925445"/>
                </a:lnTo>
                <a:lnTo>
                  <a:pt x="7419107" y="2930415"/>
                </a:lnTo>
                <a:lnTo>
                  <a:pt x="7411790" y="2935258"/>
                </a:lnTo>
                <a:lnTo>
                  <a:pt x="7404390" y="2939973"/>
                </a:lnTo>
                <a:lnTo>
                  <a:pt x="7396909" y="2944557"/>
                </a:lnTo>
                <a:lnTo>
                  <a:pt x="7389349" y="2949010"/>
                </a:lnTo>
                <a:lnTo>
                  <a:pt x="7381712" y="2953331"/>
                </a:lnTo>
                <a:lnTo>
                  <a:pt x="7374001" y="2957518"/>
                </a:lnTo>
                <a:lnTo>
                  <a:pt x="7366218" y="2961569"/>
                </a:lnTo>
                <a:lnTo>
                  <a:pt x="7358366" y="2965485"/>
                </a:lnTo>
                <a:lnTo>
                  <a:pt x="7350446" y="2969262"/>
                </a:lnTo>
                <a:lnTo>
                  <a:pt x="7342462" y="2972901"/>
                </a:lnTo>
                <a:lnTo>
                  <a:pt x="7334415" y="2976399"/>
                </a:lnTo>
                <a:lnTo>
                  <a:pt x="7326309" y="2979757"/>
                </a:lnTo>
                <a:lnTo>
                  <a:pt x="7318145" y="2982973"/>
                </a:lnTo>
                <a:lnTo>
                  <a:pt x="7309926" y="2986046"/>
                </a:lnTo>
                <a:lnTo>
                  <a:pt x="7301655" y="2988975"/>
                </a:lnTo>
                <a:lnTo>
                  <a:pt x="7293334" y="2991759"/>
                </a:lnTo>
                <a:lnTo>
                  <a:pt x="7284966" y="2994397"/>
                </a:lnTo>
                <a:lnTo>
                  <a:pt x="7276553" y="2996889"/>
                </a:lnTo>
                <a:lnTo>
                  <a:pt x="7268098" y="2999234"/>
                </a:lnTo>
                <a:lnTo>
                  <a:pt x="7259603" y="3001431"/>
                </a:lnTo>
                <a:lnTo>
                  <a:pt x="7251071" y="3003479"/>
                </a:lnTo>
                <a:lnTo>
                  <a:pt x="7242505" y="3005379"/>
                </a:lnTo>
                <a:lnTo>
                  <a:pt x="7233907" y="3007128"/>
                </a:lnTo>
                <a:lnTo>
                  <a:pt x="7225279" y="3008727"/>
                </a:lnTo>
                <a:lnTo>
                  <a:pt x="7216625" y="3010175"/>
                </a:lnTo>
                <a:lnTo>
                  <a:pt x="7207947" y="3011472"/>
                </a:lnTo>
                <a:lnTo>
                  <a:pt x="7199248" y="3012617"/>
                </a:lnTo>
                <a:lnTo>
                  <a:pt x="7190530" y="3013610"/>
                </a:lnTo>
                <a:lnTo>
                  <a:pt x="7181796" y="3014451"/>
                </a:lnTo>
                <a:lnTo>
                  <a:pt x="7173049" y="3015140"/>
                </a:lnTo>
                <a:lnTo>
                  <a:pt x="7164291" y="3015676"/>
                </a:lnTo>
                <a:lnTo>
                  <a:pt x="7155525" y="3016058"/>
                </a:lnTo>
                <a:lnTo>
                  <a:pt x="7146754" y="3016288"/>
                </a:lnTo>
                <a:lnTo>
                  <a:pt x="7137980" y="3016365"/>
                </a:lnTo>
                <a:lnTo>
                  <a:pt x="3183632" y="3016365"/>
                </a:lnTo>
                <a:lnTo>
                  <a:pt x="598421" y="3637374"/>
                </a:lnTo>
                <a:lnTo>
                  <a:pt x="1273453" y="3016365"/>
                </a:lnTo>
                <a:lnTo>
                  <a:pt x="502737" y="3016365"/>
                </a:lnTo>
                <a:lnTo>
                  <a:pt x="502737" y="3016365"/>
                </a:lnTo>
                <a:lnTo>
                  <a:pt x="502737" y="3016365"/>
                </a:lnTo>
                <a:lnTo>
                  <a:pt x="493963" y="3016288"/>
                </a:lnTo>
                <a:lnTo>
                  <a:pt x="485192" y="3016058"/>
                </a:lnTo>
                <a:lnTo>
                  <a:pt x="476426" y="3015676"/>
                </a:lnTo>
                <a:lnTo>
                  <a:pt x="467668" y="3015140"/>
                </a:lnTo>
                <a:lnTo>
                  <a:pt x="458921" y="3014451"/>
                </a:lnTo>
                <a:lnTo>
                  <a:pt x="450187" y="3013610"/>
                </a:lnTo>
                <a:lnTo>
                  <a:pt x="441469" y="3012617"/>
                </a:lnTo>
                <a:lnTo>
                  <a:pt x="432770" y="3011472"/>
                </a:lnTo>
                <a:lnTo>
                  <a:pt x="424092" y="3010175"/>
                </a:lnTo>
                <a:lnTo>
                  <a:pt x="415438" y="3008727"/>
                </a:lnTo>
                <a:lnTo>
                  <a:pt x="406811" y="3007128"/>
                </a:lnTo>
                <a:lnTo>
                  <a:pt x="398212" y="3005379"/>
                </a:lnTo>
                <a:lnTo>
                  <a:pt x="389646" y="3003479"/>
                </a:lnTo>
                <a:lnTo>
                  <a:pt x="381114" y="3001431"/>
                </a:lnTo>
                <a:lnTo>
                  <a:pt x="372619" y="2999234"/>
                </a:lnTo>
                <a:lnTo>
                  <a:pt x="364164" y="2996889"/>
                </a:lnTo>
                <a:lnTo>
                  <a:pt x="355751" y="2994397"/>
                </a:lnTo>
                <a:lnTo>
                  <a:pt x="347383" y="2991759"/>
                </a:lnTo>
                <a:lnTo>
                  <a:pt x="339062" y="2988975"/>
                </a:lnTo>
                <a:lnTo>
                  <a:pt x="330791" y="2986046"/>
                </a:lnTo>
                <a:lnTo>
                  <a:pt x="322572" y="2982973"/>
                </a:lnTo>
                <a:lnTo>
                  <a:pt x="314409" y="2979757"/>
                </a:lnTo>
                <a:lnTo>
                  <a:pt x="306302" y="2976399"/>
                </a:lnTo>
                <a:lnTo>
                  <a:pt x="298256" y="2972901"/>
                </a:lnTo>
                <a:lnTo>
                  <a:pt x="290271" y="2969262"/>
                </a:lnTo>
                <a:lnTo>
                  <a:pt x="282352" y="2965485"/>
                </a:lnTo>
                <a:lnTo>
                  <a:pt x="274499" y="2961569"/>
                </a:lnTo>
                <a:lnTo>
                  <a:pt x="266717" y="2957518"/>
                </a:lnTo>
                <a:lnTo>
                  <a:pt x="259006" y="2953331"/>
                </a:lnTo>
                <a:lnTo>
                  <a:pt x="251369" y="2949010"/>
                </a:lnTo>
                <a:lnTo>
                  <a:pt x="243809" y="2944557"/>
                </a:lnTo>
                <a:lnTo>
                  <a:pt x="236327" y="2939973"/>
                </a:lnTo>
                <a:lnTo>
                  <a:pt x="228927" y="2935258"/>
                </a:lnTo>
                <a:lnTo>
                  <a:pt x="221610" y="2930415"/>
                </a:lnTo>
                <a:lnTo>
                  <a:pt x="214379" y="2925445"/>
                </a:lnTo>
                <a:lnTo>
                  <a:pt x="207236" y="2920350"/>
                </a:lnTo>
                <a:lnTo>
                  <a:pt x="200183" y="2915131"/>
                </a:lnTo>
                <a:lnTo>
                  <a:pt x="193221" y="2909790"/>
                </a:lnTo>
                <a:lnTo>
                  <a:pt x="186355" y="2904327"/>
                </a:lnTo>
                <a:lnTo>
                  <a:pt x="179584" y="2898746"/>
                </a:lnTo>
                <a:lnTo>
                  <a:pt x="172912" y="2893048"/>
                </a:lnTo>
                <a:lnTo>
                  <a:pt x="166340" y="2887234"/>
                </a:lnTo>
                <a:lnTo>
                  <a:pt x="159871" y="2881306"/>
                </a:lnTo>
                <a:lnTo>
                  <a:pt x="153507" y="2875266"/>
                </a:lnTo>
                <a:lnTo>
                  <a:pt x="147248" y="2869116"/>
                </a:lnTo>
                <a:lnTo>
                  <a:pt x="141098" y="2862858"/>
                </a:lnTo>
                <a:lnTo>
                  <a:pt x="135059" y="2856493"/>
                </a:lnTo>
                <a:lnTo>
                  <a:pt x="129131" y="2850024"/>
                </a:lnTo>
                <a:lnTo>
                  <a:pt x="123317" y="2843453"/>
                </a:lnTo>
                <a:lnTo>
                  <a:pt x="117618" y="2836780"/>
                </a:lnTo>
                <a:lnTo>
                  <a:pt x="112037" y="2830010"/>
                </a:lnTo>
                <a:lnTo>
                  <a:pt x="106575" y="2823143"/>
                </a:lnTo>
                <a:lnTo>
                  <a:pt x="101233" y="2816182"/>
                </a:lnTo>
                <a:lnTo>
                  <a:pt x="96014" y="2809129"/>
                </a:lnTo>
                <a:lnTo>
                  <a:pt x="90919" y="2801985"/>
                </a:lnTo>
                <a:lnTo>
                  <a:pt x="85949" y="2794754"/>
                </a:lnTo>
                <a:lnTo>
                  <a:pt x="81106" y="2787438"/>
                </a:lnTo>
                <a:lnTo>
                  <a:pt x="76392" y="2780037"/>
                </a:lnTo>
                <a:lnTo>
                  <a:pt x="71807" y="2772556"/>
                </a:lnTo>
                <a:lnTo>
                  <a:pt x="67354" y="2764996"/>
                </a:lnTo>
                <a:lnTo>
                  <a:pt x="63033" y="2757359"/>
                </a:lnTo>
                <a:lnTo>
                  <a:pt x="58847" y="2749648"/>
                </a:lnTo>
                <a:lnTo>
                  <a:pt x="54795" y="2741865"/>
                </a:lnTo>
                <a:lnTo>
                  <a:pt x="50880" y="2734013"/>
                </a:lnTo>
                <a:lnTo>
                  <a:pt x="47103" y="2726093"/>
                </a:lnTo>
                <a:lnTo>
                  <a:pt x="43464" y="2718109"/>
                </a:lnTo>
                <a:lnTo>
                  <a:pt x="39965" y="2710062"/>
                </a:lnTo>
                <a:lnTo>
                  <a:pt x="36607" y="2701956"/>
                </a:lnTo>
                <a:lnTo>
                  <a:pt x="33392" y="2693792"/>
                </a:lnTo>
                <a:lnTo>
                  <a:pt x="30319" y="2685573"/>
                </a:lnTo>
                <a:lnTo>
                  <a:pt x="27390" y="2677302"/>
                </a:lnTo>
                <a:lnTo>
                  <a:pt x="24606" y="2668981"/>
                </a:lnTo>
                <a:lnTo>
                  <a:pt x="21967" y="2660613"/>
                </a:lnTo>
                <a:lnTo>
                  <a:pt x="19475" y="2652200"/>
                </a:lnTo>
                <a:lnTo>
                  <a:pt x="17130" y="2643745"/>
                </a:lnTo>
                <a:lnTo>
                  <a:pt x="14933" y="2635250"/>
                </a:lnTo>
                <a:lnTo>
                  <a:pt x="12885" y="2626718"/>
                </a:lnTo>
                <a:lnTo>
                  <a:pt x="10986" y="2618152"/>
                </a:lnTo>
                <a:lnTo>
                  <a:pt x="9237" y="2609554"/>
                </a:lnTo>
                <a:lnTo>
                  <a:pt x="7638" y="2600927"/>
                </a:lnTo>
                <a:lnTo>
                  <a:pt x="6190" y="2592273"/>
                </a:lnTo>
                <a:lnTo>
                  <a:pt x="4893" y="2583595"/>
                </a:lnTo>
                <a:lnTo>
                  <a:pt x="3747" y="2574895"/>
                </a:lnTo>
                <a:lnTo>
                  <a:pt x="2754" y="2566177"/>
                </a:lnTo>
                <a:lnTo>
                  <a:pt x="1913" y="2557444"/>
                </a:lnTo>
                <a:lnTo>
                  <a:pt x="1225" y="2548696"/>
                </a:lnTo>
                <a:lnTo>
                  <a:pt x="689" y="2539938"/>
                </a:lnTo>
                <a:lnTo>
                  <a:pt x="306" y="2531172"/>
                </a:lnTo>
                <a:lnTo>
                  <a:pt x="77" y="2522401"/>
                </a:lnTo>
                <a:lnTo>
                  <a:pt x="0" y="2513627"/>
                </a:lnTo>
                <a:lnTo>
                  <a:pt x="0" y="2513637"/>
                </a:lnTo>
                <a:lnTo>
                  <a:pt x="0" y="1759546"/>
                </a:lnTo>
                <a:lnTo>
                  <a:pt x="0" y="17595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144">
            <a:solidFill>
              <a:srgbClr val="2835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8522" y="1962401"/>
            <a:ext cx="7974957" cy="314831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855640" y="1719903"/>
            <a:ext cx="6480722" cy="544696"/>
          </a:xfrm>
          <a:custGeom>
            <a:avLst/>
            <a:gdLst/>
            <a:ahLst/>
            <a:cxnLst/>
            <a:rect l="l" t="t" r="r" b="b"/>
            <a:pathLst>
              <a:path w="6480722" h="544696">
                <a:moveTo>
                  <a:pt x="0" y="0"/>
                </a:moveTo>
                <a:lnTo>
                  <a:pt x="6480722" y="0"/>
                </a:lnTo>
                <a:lnTo>
                  <a:pt x="6480722" y="544696"/>
                </a:lnTo>
                <a:lnTo>
                  <a:pt x="0" y="544696"/>
                </a:lnTo>
                <a:close/>
              </a:path>
            </a:pathLst>
          </a:custGeom>
          <a:solidFill>
            <a:srgbClr val="2835DE"/>
          </a:solidFill>
        </p:spPr>
      </p:sp>
      <p:sp>
        <p:nvSpPr>
          <p:cNvPr id="12" name="Text 10"/>
          <p:cNvSpPr/>
          <p:nvPr/>
        </p:nvSpPr>
        <p:spPr>
          <a:xfrm>
            <a:off x="2855640" y="1719903"/>
            <a:ext cx="6480722" cy="5446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39720" y="1771333"/>
            <a:ext cx="6496050" cy="456565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1725" dirty="0">
                <a:solidFill>
                  <a:schemeClr val="bg1"/>
                </a:solidFill>
              </a:rPr>
              <a:t>利用</a:t>
            </a:r>
            <a:r>
              <a:rPr lang="en-US" altLang="zh-CN" sz="1725" dirty="0">
                <a:solidFill>
                  <a:schemeClr val="bg1"/>
                </a:solidFill>
              </a:rPr>
              <a:t>FreeRTOS</a:t>
            </a:r>
            <a:r>
              <a:rPr lang="zh-CN" altLang="en-US" sz="1725" dirty="0">
                <a:solidFill>
                  <a:schemeClr val="bg1"/>
                </a:solidFill>
              </a:rPr>
              <a:t>对显示屏，循迹，</a:t>
            </a:r>
            <a:r>
              <a:rPr lang="en-US" altLang="zh-CN" sz="1725" dirty="0">
                <a:solidFill>
                  <a:schemeClr val="bg1"/>
                </a:solidFill>
              </a:rPr>
              <a:t>IC</a:t>
            </a:r>
            <a:r>
              <a:rPr lang="zh-CN" altLang="en-US" sz="1725" dirty="0">
                <a:solidFill>
                  <a:schemeClr val="bg1"/>
                </a:solidFill>
              </a:rPr>
              <a:t>读取等多种模块进行统一调度</a:t>
            </a:r>
            <a:endParaRPr lang="zh-CN" altLang="en-US" sz="1725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78685" y="2572385"/>
            <a:ext cx="7666355" cy="188912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marL="0" indent="0" algn="l">
              <a:lnSpc>
                <a:spcPct val="15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</a:t>
            </a:r>
            <a:r>
              <a:rPr lang="zh-CN" altLang="en-US" sz="1400" b="1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</a:t>
            </a:r>
            <a:r>
              <a:rPr lang="en-US" altLang="zh-CN" sz="1400" b="1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FreeRTOS</a:t>
            </a:r>
            <a:r>
              <a:rPr lang="zh-CN" altLang="en-US" sz="1400" b="1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可以让每各模块以线程的形式直观的显示出来，便于我们进行模块间的移植。</a:t>
            </a:r>
            <a:endParaRPr lang="zh-CN" altLang="en-US" sz="1400" b="1" dirty="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50000"/>
              </a:lnSpc>
              <a:spcBef>
                <a:spcPts val="375"/>
              </a:spcBef>
              <a:buNone/>
            </a:pPr>
            <a:endParaRPr lang="zh-CN" altLang="en-US" sz="1400" b="1" dirty="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50000"/>
              </a:lnSpc>
              <a:spcBef>
                <a:spcPts val="375"/>
              </a:spcBef>
              <a:buNone/>
            </a:pPr>
            <a:r>
              <a:rPr lang="en-US" altLang="zh-CN" sz="1400" b="1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2.FreeRTOS</a:t>
            </a:r>
            <a:r>
              <a:rPr lang="zh-CN" altLang="en-US" sz="1400" b="1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作为一个成熟完善的实时操作系统，能在处理巡线，</a:t>
            </a:r>
            <a:r>
              <a:rPr lang="en-US" altLang="zh-CN" sz="1400" b="1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ic</a:t>
            </a:r>
            <a:r>
              <a:rPr lang="zh-CN" altLang="en-US" sz="1400" b="1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读取时实现快速响应。</a:t>
            </a:r>
            <a:endParaRPr lang="zh-CN" altLang="en-US" sz="1400" b="1" dirty="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50000"/>
              </a:lnSpc>
              <a:spcBef>
                <a:spcPts val="375"/>
              </a:spcBef>
              <a:buNone/>
            </a:pPr>
            <a:endParaRPr lang="zh-CN" altLang="en-US" sz="1400" b="1" dirty="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50000"/>
              </a:lnSpc>
              <a:spcBef>
                <a:spcPts val="375"/>
              </a:spcBef>
              <a:buNone/>
            </a:pPr>
            <a:r>
              <a:rPr lang="en-US" altLang="zh-CN" sz="1400" b="1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</a:t>
            </a:r>
            <a:r>
              <a:rPr lang="zh-CN" altLang="en-US" sz="1400" b="1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通过线程优先级选择，我们可以保证的重要的任务如元素识别的优先进行。</a:t>
            </a:r>
            <a:endParaRPr lang="zh-CN" altLang="en-US" sz="1400" b="1" dirty="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50000"/>
              </a:lnSpc>
              <a:spcBef>
                <a:spcPts val="375"/>
              </a:spcBef>
              <a:buNone/>
            </a:pPr>
            <a:endParaRPr lang="zh-CN" altLang="en-US" sz="1400" b="1" dirty="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420000">
            <a:off x="248920" y="166370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520065" h="520065">
                <a:moveTo>
                  <a:pt x="498268" y="249134"/>
                </a:moveTo>
                <a:cubicBezTo>
                  <a:pt x="498268" y="348846"/>
                  <a:pt x="438815" y="438954"/>
                  <a:pt x="347143" y="478181"/>
                </a:cubicBezTo>
                <a:lnTo>
                  <a:pt x="249134" y="249134"/>
                </a:lnTo>
                <a:lnTo>
                  <a:pt x="498268" y="249134"/>
                </a:lnTo>
                <a:close/>
              </a:path>
            </a:pathLst>
          </a:custGeom>
          <a:solidFill>
            <a:srgbClr val="F4EBD0"/>
          </a:solidFill>
        </p:spPr>
      </p:sp>
      <p:sp>
        <p:nvSpPr>
          <p:cNvPr id="3" name="Text 1"/>
          <p:cNvSpPr/>
          <p:nvPr/>
        </p:nvSpPr>
        <p:spPr>
          <a:xfrm rot="21420000">
            <a:off x="248920" y="166370"/>
            <a:ext cx="520065" cy="5200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92405" y="157480"/>
            <a:ext cx="336550" cy="487680"/>
          </a:xfrm>
          <a:custGeom>
            <a:avLst/>
            <a:gdLst/>
            <a:ahLst/>
            <a:cxnLst/>
            <a:rect l="l" t="t" r="r" b="b"/>
            <a:pathLst>
              <a:path w="336550" h="487680">
                <a:moveTo>
                  <a:pt x="113146" y="0"/>
                </a:moveTo>
                <a:lnTo>
                  <a:pt x="322445" y="238989"/>
                </a:lnTo>
                <a:lnTo>
                  <a:pt x="103688" y="467241"/>
                </a:lnTo>
                <a:cubicBezTo>
                  <a:pt x="40008" y="411298"/>
                  <a:pt x="0" y="329218"/>
                  <a:pt x="0" y="237794"/>
                </a:cubicBezTo>
                <a:cubicBezTo>
                  <a:pt x="0" y="141834"/>
                  <a:pt x="44077" y="56167"/>
                  <a:pt x="113146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5" name="Text 3"/>
          <p:cNvSpPr/>
          <p:nvPr/>
        </p:nvSpPr>
        <p:spPr>
          <a:xfrm>
            <a:off x="192405" y="157480"/>
            <a:ext cx="33655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8290" y="191770"/>
            <a:ext cx="440690" cy="440690"/>
          </a:xfrm>
          <a:custGeom>
            <a:avLst/>
            <a:gdLst/>
            <a:ahLst/>
            <a:cxnLst/>
            <a:rect l="l" t="t" r="r" b="b"/>
            <a:pathLst>
              <a:path w="440690" h="440690">
                <a:moveTo>
                  <a:pt x="211110" y="0"/>
                </a:moveTo>
                <a:cubicBezTo>
                  <a:pt x="327625" y="0"/>
                  <a:pt x="422220" y="94595"/>
                  <a:pt x="422220" y="211110"/>
                </a:cubicBezTo>
                <a:cubicBezTo>
                  <a:pt x="422220" y="327625"/>
                  <a:pt x="327625" y="422220"/>
                  <a:pt x="211110" y="422220"/>
                </a:cubicBezTo>
                <a:cubicBezTo>
                  <a:pt x="94595" y="422220"/>
                  <a:pt x="0" y="327625"/>
                  <a:pt x="0" y="211110"/>
                </a:cubicBezTo>
                <a:cubicBezTo>
                  <a:pt x="0" y="94595"/>
                  <a:pt x="94595" y="0"/>
                  <a:pt x="211110" y="0"/>
                </a:cubicBezTo>
                <a:close/>
              </a:path>
            </a:pathLst>
          </a:custGeom>
          <a:solidFill>
            <a:srgbClr val="2835D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290" y="191770"/>
            <a:ext cx="440690" cy="4406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7885" y="190480"/>
            <a:ext cx="10968990" cy="490220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1950" dirty="0"/>
              <a:t>智能小车硬件</a:t>
            </a:r>
            <a:r>
              <a:rPr lang="zh-CN" altLang="en-US" sz="1950" dirty="0"/>
              <a:t>架构</a:t>
            </a:r>
            <a:endParaRPr lang="zh-CN" alt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668520" y="1923297"/>
            <a:ext cx="4459620" cy="3055416"/>
          </a:xfrm>
          <a:custGeom>
            <a:avLst/>
            <a:gdLst/>
            <a:ahLst/>
            <a:cxnLst/>
            <a:rect l="l" t="t" r="r" b="b"/>
            <a:pathLst>
              <a:path w="4459620" h="3055416">
                <a:moveTo>
                  <a:pt x="4137595" y="0"/>
                </a:moveTo>
                <a:cubicBezTo>
                  <a:pt x="135117" y="0"/>
                  <a:pt x="135117" y="0"/>
                  <a:pt x="135117" y="0"/>
                </a:cubicBezTo>
                <a:cubicBezTo>
                  <a:pt x="60052" y="0"/>
                  <a:pt x="0" y="60110"/>
                  <a:pt x="0" y="135248"/>
                </a:cubicBezTo>
                <a:cubicBezTo>
                  <a:pt x="0" y="655200"/>
                  <a:pt x="0" y="655200"/>
                  <a:pt x="0" y="655200"/>
                </a:cubicBezTo>
                <a:cubicBezTo>
                  <a:pt x="0" y="2792112"/>
                  <a:pt x="0" y="2792112"/>
                  <a:pt x="0" y="2792112"/>
                </a:cubicBezTo>
                <a:cubicBezTo>
                  <a:pt x="0" y="2867250"/>
                  <a:pt x="60052" y="2927360"/>
                  <a:pt x="135117" y="2927360"/>
                </a:cubicBezTo>
                <a:cubicBezTo>
                  <a:pt x="4137595" y="2927360"/>
                  <a:pt x="4137595" y="2927360"/>
                  <a:pt x="4137595" y="2927360"/>
                </a:cubicBezTo>
                <a:cubicBezTo>
                  <a:pt x="4212660" y="2927360"/>
                  <a:pt x="4272712" y="2867250"/>
                  <a:pt x="4272712" y="2792112"/>
                </a:cubicBezTo>
                <a:cubicBezTo>
                  <a:pt x="4272712" y="135248"/>
                  <a:pt x="4272712" y="135248"/>
                  <a:pt x="4272712" y="135248"/>
                </a:cubicBezTo>
                <a:cubicBezTo>
                  <a:pt x="4272712" y="60110"/>
                  <a:pt x="4212660" y="0"/>
                  <a:pt x="4137595" y="0"/>
                </a:cubicBezTo>
                <a:close/>
              </a:path>
            </a:pathLst>
          </a:custGeom>
          <a:solidFill>
            <a:srgbClr val="2835DE"/>
          </a:solidFill>
        </p:spPr>
      </p:sp>
      <p:sp>
        <p:nvSpPr>
          <p:cNvPr id="10" name="Text 8"/>
          <p:cNvSpPr/>
          <p:nvPr/>
        </p:nvSpPr>
        <p:spPr>
          <a:xfrm>
            <a:off x="6668520" y="1923297"/>
            <a:ext cx="4459620" cy="305541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684202" y="1938981"/>
            <a:ext cx="4431396" cy="3024047"/>
          </a:xfrm>
          <a:custGeom>
            <a:avLst/>
            <a:gdLst/>
            <a:ahLst/>
            <a:cxnLst/>
            <a:rect l="l" t="t" r="r" b="b"/>
            <a:pathLst>
              <a:path w="4431396" h="3024047">
                <a:moveTo>
                  <a:pt x="120104" y="2897306"/>
                </a:moveTo>
                <a:cubicBezTo>
                  <a:pt x="54047" y="2897306"/>
                  <a:pt x="0" y="2843207"/>
                  <a:pt x="0" y="2777086"/>
                </a:cubicBezTo>
                <a:cubicBezTo>
                  <a:pt x="0" y="120220"/>
                  <a:pt x="0" y="120220"/>
                  <a:pt x="0" y="120220"/>
                </a:cubicBezTo>
                <a:cubicBezTo>
                  <a:pt x="0" y="54099"/>
                  <a:pt x="54047" y="0"/>
                  <a:pt x="120104" y="0"/>
                </a:cubicBezTo>
                <a:cubicBezTo>
                  <a:pt x="4122565" y="0"/>
                  <a:pt x="4122565" y="0"/>
                  <a:pt x="4122565" y="0"/>
                </a:cubicBezTo>
                <a:cubicBezTo>
                  <a:pt x="4191624" y="0"/>
                  <a:pt x="4245671" y="54099"/>
                  <a:pt x="4245671" y="120220"/>
                </a:cubicBezTo>
                <a:cubicBezTo>
                  <a:pt x="4245671" y="2777086"/>
                  <a:pt x="4245671" y="2777086"/>
                  <a:pt x="4245671" y="2777086"/>
                </a:cubicBezTo>
                <a:cubicBezTo>
                  <a:pt x="4245671" y="2843207"/>
                  <a:pt x="4191624" y="2897306"/>
                  <a:pt x="4122565" y="2897306"/>
                </a:cubicBezTo>
                <a:close/>
              </a:path>
            </a:pathLst>
          </a:custGeom>
          <a:solidFill>
            <a:srgbClr val="2835DE"/>
          </a:solidFill>
        </p:spPr>
      </p:sp>
      <p:sp>
        <p:nvSpPr>
          <p:cNvPr id="12" name="Text 10"/>
          <p:cNvSpPr/>
          <p:nvPr/>
        </p:nvSpPr>
        <p:spPr>
          <a:xfrm>
            <a:off x="6684202" y="1938981"/>
            <a:ext cx="4431396" cy="3024047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25965" y="4969302"/>
            <a:ext cx="2772366" cy="122343"/>
          </a:xfrm>
          <a:custGeom>
            <a:avLst/>
            <a:gdLst/>
            <a:ahLst/>
            <a:cxnLst/>
            <a:rect l="l" t="t" r="r" b="b"/>
            <a:pathLst>
              <a:path w="2772366" h="122343">
                <a:moveTo>
                  <a:pt x="0" y="48088"/>
                </a:moveTo>
                <a:cubicBezTo>
                  <a:pt x="0" y="69127"/>
                  <a:pt x="90040" y="117215"/>
                  <a:pt x="234103" y="117215"/>
                </a:cubicBezTo>
                <a:cubicBezTo>
                  <a:pt x="378167" y="117215"/>
                  <a:pt x="2656173" y="117215"/>
                  <a:pt x="2656173" y="117215"/>
                </a:cubicBezTo>
                <a:cubicBezTo>
                  <a:pt x="2656173" y="0"/>
                  <a:pt x="2656173" y="0"/>
                  <a:pt x="2656173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2835DE"/>
          </a:solidFill>
        </p:spPr>
      </p:sp>
      <p:sp>
        <p:nvSpPr>
          <p:cNvPr id="14" name="Text 12"/>
          <p:cNvSpPr/>
          <p:nvPr/>
        </p:nvSpPr>
        <p:spPr>
          <a:xfrm>
            <a:off x="6125965" y="4969302"/>
            <a:ext cx="2772366" cy="12234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857560" y="4969302"/>
            <a:ext cx="2772366" cy="122343"/>
          </a:xfrm>
          <a:custGeom>
            <a:avLst/>
            <a:gdLst/>
            <a:ahLst/>
            <a:cxnLst/>
            <a:rect l="l" t="t" r="r" b="b"/>
            <a:pathLst>
              <a:path w="2772366" h="122343">
                <a:moveTo>
                  <a:pt x="2656173" y="48088"/>
                </a:moveTo>
                <a:cubicBezTo>
                  <a:pt x="2656173" y="69127"/>
                  <a:pt x="2566031" y="117215"/>
                  <a:pt x="2421805" y="117215"/>
                </a:cubicBezTo>
                <a:cubicBezTo>
                  <a:pt x="2277578" y="117215"/>
                  <a:pt x="0" y="117215"/>
                  <a:pt x="0" y="117215"/>
                </a:cubicBezTo>
                <a:cubicBezTo>
                  <a:pt x="0" y="0"/>
                  <a:pt x="0" y="0"/>
                  <a:pt x="0" y="0"/>
                </a:cubicBezTo>
                <a:cubicBezTo>
                  <a:pt x="2656173" y="0"/>
                  <a:pt x="2656173" y="0"/>
                  <a:pt x="2656173" y="0"/>
                </a:cubicBezTo>
                <a:close/>
              </a:path>
            </a:pathLst>
          </a:custGeom>
          <a:solidFill>
            <a:srgbClr val="2835DE"/>
          </a:solidFill>
        </p:spPr>
      </p:sp>
      <p:sp>
        <p:nvSpPr>
          <p:cNvPr id="16" name="Text 14"/>
          <p:cNvSpPr/>
          <p:nvPr/>
        </p:nvSpPr>
        <p:spPr>
          <a:xfrm>
            <a:off x="8857560" y="4969302"/>
            <a:ext cx="2772366" cy="12234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125965" y="4919110"/>
            <a:ext cx="5503963" cy="100383"/>
          </a:xfrm>
          <a:custGeom>
            <a:avLst/>
            <a:gdLst/>
            <a:ahLst/>
            <a:cxnLst/>
            <a:rect l="l" t="t" r="r" b="b"/>
            <a:pathLst>
              <a:path w="5503963" h="100383">
                <a:moveTo>
                  <a:pt x="0" y="0"/>
                </a:moveTo>
                <a:lnTo>
                  <a:pt x="5503963" y="0"/>
                </a:lnTo>
                <a:lnTo>
                  <a:pt x="5503963" y="100383"/>
                </a:lnTo>
                <a:lnTo>
                  <a:pt x="0" y="100383"/>
                </a:lnTo>
                <a:close/>
              </a:path>
            </a:pathLst>
          </a:custGeom>
          <a:solidFill>
            <a:srgbClr val="F4EBD0"/>
          </a:solidFill>
        </p:spPr>
      </p:sp>
      <p:sp>
        <p:nvSpPr>
          <p:cNvPr id="18" name="Text 16"/>
          <p:cNvSpPr/>
          <p:nvPr/>
        </p:nvSpPr>
        <p:spPr>
          <a:xfrm>
            <a:off x="6125965" y="4919110"/>
            <a:ext cx="5503963" cy="10038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481220" y="4919110"/>
            <a:ext cx="790312" cy="56465"/>
          </a:xfrm>
          <a:custGeom>
            <a:avLst/>
            <a:gdLst/>
            <a:ahLst/>
            <a:cxnLst/>
            <a:rect l="l" t="t" r="r" b="b"/>
            <a:pathLst>
              <a:path w="790312" h="56465">
                <a:moveTo>
                  <a:pt x="0" y="0"/>
                </a:moveTo>
                <a:cubicBezTo>
                  <a:pt x="6009" y="30055"/>
                  <a:pt x="33052" y="54098"/>
                  <a:pt x="66104" y="54098"/>
                </a:cubicBezTo>
                <a:cubicBezTo>
                  <a:pt x="691085" y="54098"/>
                  <a:pt x="691085" y="54098"/>
                  <a:pt x="691085" y="54098"/>
                </a:cubicBezTo>
                <a:cubicBezTo>
                  <a:pt x="724137" y="54098"/>
                  <a:pt x="751180" y="30055"/>
                  <a:pt x="757189" y="0"/>
                </a:cubicBezTo>
                <a:close/>
              </a:path>
            </a:pathLst>
          </a:custGeom>
          <a:solidFill>
            <a:srgbClr val="2835DE"/>
          </a:solidFill>
        </p:spPr>
      </p:sp>
      <p:sp>
        <p:nvSpPr>
          <p:cNvPr id="20" name="Text 18"/>
          <p:cNvSpPr/>
          <p:nvPr/>
        </p:nvSpPr>
        <p:spPr>
          <a:xfrm>
            <a:off x="8481220" y="4919110"/>
            <a:ext cx="790312" cy="5646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31601" y="2130337"/>
            <a:ext cx="3951474" cy="2613104"/>
          </a:xfrm>
          <a:custGeom>
            <a:avLst/>
            <a:gdLst/>
            <a:ahLst/>
            <a:cxnLst/>
            <a:rect l="l" t="t" r="r" b="b"/>
            <a:pathLst>
              <a:path w="3951474" h="2613104">
                <a:moveTo>
                  <a:pt x="0" y="0"/>
                </a:moveTo>
                <a:lnTo>
                  <a:pt x="3951474" y="0"/>
                </a:lnTo>
                <a:lnTo>
                  <a:pt x="3951474" y="2613104"/>
                </a:lnTo>
                <a:lnTo>
                  <a:pt x="0" y="261310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6831601" y="2130337"/>
            <a:ext cx="3951474" cy="26131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873242" y="2020543"/>
            <a:ext cx="47043" cy="47056"/>
          </a:xfrm>
          <a:custGeom>
            <a:avLst/>
            <a:gdLst/>
            <a:ahLst/>
            <a:cxnLst/>
            <a:rect l="l" t="t" r="r" b="b"/>
            <a:pathLst>
              <a:path w="47043" h="47056">
                <a:moveTo>
                  <a:pt x="22536" y="0"/>
                </a:moveTo>
                <a:cubicBezTo>
                  <a:pt x="34973" y="0"/>
                  <a:pt x="45071" y="10101"/>
                  <a:pt x="45071" y="22542"/>
                </a:cubicBezTo>
                <a:cubicBezTo>
                  <a:pt x="45071" y="34983"/>
                  <a:pt x="34973" y="45084"/>
                  <a:pt x="22536" y="45084"/>
                </a:cubicBezTo>
                <a:cubicBezTo>
                  <a:pt x="10098" y="45084"/>
                  <a:pt x="0" y="34983"/>
                  <a:pt x="0" y="22542"/>
                </a:cubicBezTo>
                <a:cubicBezTo>
                  <a:pt x="0" y="10101"/>
                  <a:pt x="10098" y="0"/>
                  <a:pt x="22536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8873242" y="2020543"/>
            <a:ext cx="47043" cy="470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1"/>
            </p:custDataLst>
          </p:nvPr>
        </p:nvSpPr>
        <p:spPr>
          <a:xfrm>
            <a:off x="652003" y="1522614"/>
            <a:ext cx="808059" cy="75247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4200" dirty="0">
                <a:solidFill>
                  <a:srgbClr val="2835DE"/>
                </a:solidFill>
                <a:latin typeface="汉仪小隶书简" pitchFamily="34" charset="0"/>
                <a:ea typeface="汉仪小隶书简" pitchFamily="34" charset="-122"/>
                <a:cs typeface="汉仪小隶书简" pitchFamily="34" charset="-120"/>
              </a:rPr>
              <a:t>01</a:t>
            </a:r>
            <a:endParaRPr lang="en-US" sz="4200" dirty="0"/>
          </a:p>
        </p:txBody>
      </p:sp>
      <p:sp>
        <p:nvSpPr>
          <p:cNvPr id="26" name="Text 24"/>
          <p:cNvSpPr/>
          <p:nvPr>
            <p:custDataLst>
              <p:tags r:id="rId2"/>
            </p:custDataLst>
          </p:nvPr>
        </p:nvSpPr>
        <p:spPr>
          <a:xfrm>
            <a:off x="652003" y="4624748"/>
            <a:ext cx="808059" cy="75247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4200" dirty="0">
                <a:solidFill>
                  <a:srgbClr val="2835DE"/>
                </a:solidFill>
                <a:latin typeface="汉仪小隶书简" pitchFamily="34" charset="0"/>
                <a:ea typeface="汉仪小隶书简" pitchFamily="34" charset="-122"/>
                <a:cs typeface="汉仪小隶书简" pitchFamily="34" charset="-120"/>
              </a:rPr>
              <a:t>03</a:t>
            </a:r>
            <a:endParaRPr lang="en-US" sz="4200" dirty="0"/>
          </a:p>
        </p:txBody>
      </p:sp>
      <p:sp>
        <p:nvSpPr>
          <p:cNvPr id="27" name="Text 25"/>
          <p:cNvSpPr/>
          <p:nvPr>
            <p:custDataLst>
              <p:tags r:id="rId3"/>
            </p:custDataLst>
          </p:nvPr>
        </p:nvSpPr>
        <p:spPr>
          <a:xfrm>
            <a:off x="652003" y="3115988"/>
            <a:ext cx="808059" cy="75247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4200" dirty="0">
                <a:solidFill>
                  <a:srgbClr val="2835DE"/>
                </a:solidFill>
                <a:latin typeface="汉仪小隶书简" pitchFamily="34" charset="0"/>
                <a:ea typeface="汉仪小隶书简" pitchFamily="34" charset="-122"/>
                <a:cs typeface="汉仪小隶书简" pitchFamily="34" charset="-120"/>
              </a:rPr>
              <a:t>02</a:t>
            </a:r>
            <a:endParaRPr lang="en-US" sz="4200" dirty="0"/>
          </a:p>
        </p:txBody>
      </p:sp>
      <p:sp>
        <p:nvSpPr>
          <p:cNvPr id="28" name="Text 26"/>
          <p:cNvSpPr/>
          <p:nvPr>
            <p:custDataLst>
              <p:tags r:id="rId4"/>
            </p:custDataLst>
          </p:nvPr>
        </p:nvSpPr>
        <p:spPr>
          <a:xfrm>
            <a:off x="1494910" y="1636871"/>
            <a:ext cx="4631055" cy="45656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1725" dirty="0">
                <a:sym typeface="+mn-ea"/>
              </a:rPr>
              <a:t>摄像头，</a:t>
            </a:r>
            <a:r>
              <a:rPr lang="en-US" altLang="zh-CN" sz="1725" dirty="0">
                <a:sym typeface="+mn-ea"/>
              </a:rPr>
              <a:t>ic</a:t>
            </a:r>
            <a:r>
              <a:rPr lang="zh-CN" altLang="en-US" sz="1725" dirty="0">
                <a:sym typeface="+mn-ea"/>
              </a:rPr>
              <a:t>读取模块，显示屏位置的布局</a:t>
            </a:r>
            <a:endParaRPr lang="zh-CN" altLang="en-US" sz="1725" dirty="0"/>
          </a:p>
        </p:txBody>
      </p:sp>
      <p:sp>
        <p:nvSpPr>
          <p:cNvPr id="29" name="Text 27"/>
          <p:cNvSpPr/>
          <p:nvPr>
            <p:custDataLst>
              <p:tags r:id="rId5"/>
            </p:custDataLst>
          </p:nvPr>
        </p:nvSpPr>
        <p:spPr>
          <a:xfrm>
            <a:off x="1494910" y="2006441"/>
            <a:ext cx="4630420" cy="112522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375"/>
              </a:spcBef>
              <a:buNone/>
            </a:pPr>
            <a:r>
              <a:rPr lang="zh-CN" altLang="en-US" sz="1350" dirty="0">
                <a:sym typeface="+mn-ea"/>
              </a:rPr>
              <a:t>摄像头放于头部，进行路口识别，以及循迹显示，</a:t>
            </a:r>
            <a:r>
              <a:rPr lang="en-US" altLang="zh-CN" sz="1350" dirty="0">
                <a:sym typeface="+mn-ea"/>
              </a:rPr>
              <a:t>ic</a:t>
            </a:r>
            <a:r>
              <a:rPr lang="zh-CN" altLang="en-US" sz="1350" dirty="0">
                <a:sym typeface="+mn-ea"/>
              </a:rPr>
              <a:t>读取模块放在底部四个轮子中间，保证对</a:t>
            </a:r>
            <a:r>
              <a:rPr lang="en-US" altLang="zh-CN" sz="1350" dirty="0">
                <a:sym typeface="+mn-ea"/>
              </a:rPr>
              <a:t>ic</a:t>
            </a:r>
            <a:r>
              <a:rPr lang="zh-CN" altLang="en-US" sz="1350" dirty="0">
                <a:sym typeface="+mn-ea"/>
              </a:rPr>
              <a:t>卡的正常识别，显示屏置于中部，方便进行正常显示</a:t>
            </a:r>
            <a:endParaRPr lang="zh-CN" altLang="en-US" sz="1350" dirty="0"/>
          </a:p>
        </p:txBody>
      </p:sp>
      <p:sp>
        <p:nvSpPr>
          <p:cNvPr id="30" name="Text 28"/>
          <p:cNvSpPr/>
          <p:nvPr>
            <p:custDataLst>
              <p:tags r:id="rId6"/>
            </p:custDataLst>
          </p:nvPr>
        </p:nvSpPr>
        <p:spPr>
          <a:xfrm>
            <a:off x="1494910" y="3221821"/>
            <a:ext cx="4631055" cy="45656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1725" dirty="0"/>
              <a:t>采用</a:t>
            </a:r>
            <a:r>
              <a:rPr lang="en-US" altLang="zh-CN" sz="1725" dirty="0"/>
              <a:t>STM32F407VET6</a:t>
            </a:r>
            <a:endParaRPr lang="zh-CN" altLang="en-US" sz="1725" dirty="0"/>
          </a:p>
        </p:txBody>
      </p:sp>
      <p:sp>
        <p:nvSpPr>
          <p:cNvPr id="31" name="Text 29"/>
          <p:cNvSpPr/>
          <p:nvPr>
            <p:custDataLst>
              <p:tags r:id="rId7"/>
            </p:custDataLst>
          </p:nvPr>
        </p:nvSpPr>
        <p:spPr>
          <a:xfrm>
            <a:off x="1494910" y="3591391"/>
            <a:ext cx="4630420" cy="81343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375"/>
              </a:spcBef>
              <a:buNone/>
            </a:pPr>
            <a:r>
              <a:rPr lang="en-US" altLang="zh-CN" sz="1350" dirty="0">
                <a:sym typeface="+mn-ea"/>
              </a:rPr>
              <a:t>128KB,168</a:t>
            </a:r>
            <a:r>
              <a:rPr lang="en-US" altLang="zh-CN" sz="1350" dirty="0">
                <a:sym typeface="+mn-ea"/>
              </a:rPr>
              <a:t>Mhz</a:t>
            </a:r>
            <a:r>
              <a:rPr lang="zh-CN" altLang="en-US" sz="1350" dirty="0">
                <a:sym typeface="+mn-ea"/>
              </a:rPr>
              <a:t>保证足够的</a:t>
            </a:r>
            <a:r>
              <a:rPr lang="en-US" altLang="zh-CN" sz="1350" dirty="0">
                <a:sym typeface="+mn-ea"/>
              </a:rPr>
              <a:t>RAM</a:t>
            </a:r>
            <a:r>
              <a:rPr lang="zh-CN" altLang="en-US" sz="1350" dirty="0">
                <a:sym typeface="+mn-ea"/>
              </a:rPr>
              <a:t>空间，并且为历史路径和最短路径计算提供足够的算</a:t>
            </a:r>
            <a:r>
              <a:rPr lang="zh-CN" altLang="en-US" sz="1350" dirty="0">
                <a:sym typeface="+mn-ea"/>
              </a:rPr>
              <a:t>力</a:t>
            </a:r>
            <a:endParaRPr lang="zh-CN" altLang="en-US" sz="1350" dirty="0"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494790" y="4836795"/>
            <a:ext cx="406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四驱动</a:t>
            </a:r>
            <a:r>
              <a:rPr lang="zh-CN" altLang="en-US"/>
              <a:t>轮设计</a:t>
            </a:r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1459865" y="5377180"/>
            <a:ext cx="4062730" cy="358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在不打滑的同时提供足够的动力</a:t>
            </a:r>
            <a:endParaRPr lang="zh-CN" altLang="en-US" sz="1400"/>
          </a:p>
        </p:txBody>
      </p:sp>
      <p:pic>
        <p:nvPicPr>
          <p:cNvPr id="38" name="图片 37" descr="IMG_20250923_182522(1)"/>
          <p:cNvPicPr>
            <a:picLocks noChangeAspect="1"/>
          </p:cNvPicPr>
          <p:nvPr/>
        </p:nvPicPr>
        <p:blipFill>
          <a:blip r:embed="rId8"/>
          <a:srcRect l="-2888" t="8136" r="-9116" b="22702"/>
          <a:stretch>
            <a:fillRect/>
          </a:stretch>
        </p:blipFill>
        <p:spPr>
          <a:xfrm>
            <a:off x="6684645" y="2124075"/>
            <a:ext cx="4444365" cy="2628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1503">
            <a:off x="6691881" y="2763267"/>
            <a:ext cx="3608317" cy="4006306"/>
          </a:xfrm>
          <a:custGeom>
            <a:avLst/>
            <a:gdLst/>
            <a:ahLst/>
            <a:cxnLst/>
            <a:rect l="l" t="t" r="r" b="b"/>
            <a:pathLst>
              <a:path w="3608317" h="4006306">
                <a:moveTo>
                  <a:pt x="3457089" y="1919199"/>
                </a:moveTo>
                <a:cubicBezTo>
                  <a:pt x="3457089" y="2687329"/>
                  <a:pt x="3044588" y="3381471"/>
                  <a:pt x="2408546" y="3683651"/>
                </a:cubicBezTo>
                <a:lnTo>
                  <a:pt x="1728545" y="1919199"/>
                </a:lnTo>
                <a:lnTo>
                  <a:pt x="3457089" y="1919199"/>
                </a:lnTo>
                <a:close/>
              </a:path>
            </a:pathLst>
          </a:custGeom>
          <a:solidFill>
            <a:srgbClr val="F4EBD0"/>
          </a:solidFill>
        </p:spPr>
      </p:sp>
      <p:sp>
        <p:nvSpPr>
          <p:cNvPr id="3" name="Text 1"/>
          <p:cNvSpPr/>
          <p:nvPr/>
        </p:nvSpPr>
        <p:spPr>
          <a:xfrm rot="-301503">
            <a:off x="6691881" y="2762632"/>
            <a:ext cx="3608317" cy="400630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775777" y="699688"/>
            <a:ext cx="4747579" cy="6372536"/>
          </a:xfrm>
          <a:custGeom>
            <a:avLst/>
            <a:gdLst/>
            <a:ahLst/>
            <a:cxnLst/>
            <a:rect l="l" t="t" r="r" b="b"/>
            <a:pathLst>
              <a:path w="4747579" h="6372536">
                <a:moveTo>
                  <a:pt x="1596103" y="0"/>
                </a:moveTo>
                <a:lnTo>
                  <a:pt x="4548602" y="3122879"/>
                </a:lnTo>
                <a:lnTo>
                  <a:pt x="1462685" y="6105456"/>
                </a:lnTo>
                <a:cubicBezTo>
                  <a:pt x="564378" y="5374452"/>
                  <a:pt x="0" y="4301907"/>
                  <a:pt x="0" y="3107269"/>
                </a:cubicBezTo>
                <a:cubicBezTo>
                  <a:pt x="0" y="1853349"/>
                  <a:pt x="621780" y="733941"/>
                  <a:pt x="1596103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5" name="Text 3"/>
          <p:cNvSpPr/>
          <p:nvPr/>
        </p:nvSpPr>
        <p:spPr>
          <a:xfrm>
            <a:off x="1775777" y="699688"/>
            <a:ext cx="4747579" cy="63725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02379" y="-115075"/>
            <a:ext cx="7787243" cy="7787243"/>
          </a:xfrm>
          <a:custGeom>
            <a:avLst/>
            <a:gdLst/>
            <a:ahLst/>
            <a:cxnLst/>
            <a:rect l="l" t="t" r="r" b="b"/>
            <a:pathLst>
              <a:path w="7787243" h="7787243">
                <a:moveTo>
                  <a:pt x="3893621" y="0"/>
                </a:moveTo>
                <a:cubicBezTo>
                  <a:pt x="6042570" y="0"/>
                  <a:pt x="7787243" y="1744673"/>
                  <a:pt x="7787243" y="3893621"/>
                </a:cubicBezTo>
                <a:cubicBezTo>
                  <a:pt x="7787243" y="6042570"/>
                  <a:pt x="6042570" y="7787243"/>
                  <a:pt x="3893621" y="7787243"/>
                </a:cubicBezTo>
                <a:cubicBezTo>
                  <a:pt x="1744673" y="7787243"/>
                  <a:pt x="0" y="6042570"/>
                  <a:pt x="0" y="3893621"/>
                </a:cubicBezTo>
                <a:cubicBezTo>
                  <a:pt x="0" y="1744673"/>
                  <a:pt x="1744673" y="0"/>
                  <a:pt x="3893621" y="0"/>
                </a:cubicBezTo>
                <a:close/>
              </a:path>
            </a:pathLst>
          </a:custGeom>
          <a:solidFill>
            <a:srgbClr val="F4F5FF"/>
          </a:solidFill>
        </p:spPr>
      </p:sp>
      <p:sp>
        <p:nvSpPr>
          <p:cNvPr id="7" name="Shape 5"/>
          <p:cNvSpPr/>
          <p:nvPr/>
        </p:nvSpPr>
        <p:spPr>
          <a:xfrm>
            <a:off x="2672749" y="355295"/>
            <a:ext cx="6846502" cy="6846502"/>
          </a:xfrm>
          <a:custGeom>
            <a:avLst/>
            <a:gdLst/>
            <a:ahLst/>
            <a:cxnLst/>
            <a:rect l="l" t="t" r="r" b="b"/>
            <a:pathLst>
              <a:path w="6846502" h="6846502">
                <a:moveTo>
                  <a:pt x="3423251" y="0"/>
                </a:moveTo>
                <a:cubicBezTo>
                  <a:pt x="5312595" y="0"/>
                  <a:pt x="6846502" y="1533907"/>
                  <a:pt x="6846502" y="3423251"/>
                </a:cubicBezTo>
                <a:cubicBezTo>
                  <a:pt x="6846502" y="5312595"/>
                  <a:pt x="5312595" y="6846502"/>
                  <a:pt x="3423251" y="6846502"/>
                </a:cubicBezTo>
                <a:cubicBezTo>
                  <a:pt x="1533907" y="6846502"/>
                  <a:pt x="0" y="5312595"/>
                  <a:pt x="0" y="3423251"/>
                </a:cubicBezTo>
                <a:cubicBezTo>
                  <a:pt x="0" y="1533907"/>
                  <a:pt x="1533907" y="0"/>
                  <a:pt x="3423251" y="0"/>
                </a:cubicBezTo>
                <a:close/>
              </a:path>
            </a:pathLst>
          </a:custGeom>
          <a:solidFill>
            <a:srgbClr val="2835DE">
              <a:alpha val="2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3216288" y="898834"/>
            <a:ext cx="5759424" cy="5759424"/>
          </a:xfrm>
          <a:custGeom>
            <a:avLst/>
            <a:gdLst/>
            <a:ahLst/>
            <a:cxnLst/>
            <a:rect l="l" t="t" r="r" b="b"/>
            <a:pathLst>
              <a:path w="5759424" h="5759424">
                <a:moveTo>
                  <a:pt x="2879712" y="0"/>
                </a:moveTo>
                <a:cubicBezTo>
                  <a:pt x="4469068" y="0"/>
                  <a:pt x="5759424" y="1290356"/>
                  <a:pt x="5759424" y="2879712"/>
                </a:cubicBezTo>
                <a:cubicBezTo>
                  <a:pt x="5759424" y="4469068"/>
                  <a:pt x="4469068" y="5759424"/>
                  <a:pt x="2879712" y="5759424"/>
                </a:cubicBezTo>
                <a:cubicBezTo>
                  <a:pt x="1290356" y="5759424"/>
                  <a:pt x="0" y="4469068"/>
                  <a:pt x="0" y="2879712"/>
                </a:cubicBezTo>
                <a:cubicBezTo>
                  <a:pt x="0" y="1290356"/>
                  <a:pt x="1290356" y="0"/>
                  <a:pt x="2879712" y="0"/>
                </a:cubicBezTo>
                <a:close/>
              </a:path>
            </a:pathLst>
          </a:custGeom>
          <a:solidFill>
            <a:srgbClr val="2835DE"/>
          </a:solidFill>
        </p:spPr>
        <p:txBody>
          <a:bodyPr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385938" y="3825803"/>
            <a:ext cx="5589774" cy="171386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4950" b="1" dirty="0">
                <a:solidFill>
                  <a:schemeClr val="bg1"/>
                </a:solidFill>
              </a:rPr>
              <a:t>研制过程与</a:t>
            </a:r>
            <a:r>
              <a:rPr lang="zh-CN" altLang="en-US" sz="4950" b="1" dirty="0">
                <a:solidFill>
                  <a:schemeClr val="bg1"/>
                </a:solidFill>
              </a:rPr>
              <a:t>结果展示</a:t>
            </a:r>
            <a:endParaRPr lang="zh-CN" altLang="en-US" sz="4950" b="1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040103" y="2413582"/>
            <a:ext cx="2281443" cy="1182291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9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9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420000">
            <a:off x="248920" y="166370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520065" h="520065">
                <a:moveTo>
                  <a:pt x="498268" y="249134"/>
                </a:moveTo>
                <a:cubicBezTo>
                  <a:pt x="498268" y="348846"/>
                  <a:pt x="438815" y="438954"/>
                  <a:pt x="347143" y="478181"/>
                </a:cubicBezTo>
                <a:lnTo>
                  <a:pt x="249134" y="249134"/>
                </a:lnTo>
                <a:lnTo>
                  <a:pt x="498268" y="249134"/>
                </a:lnTo>
                <a:close/>
              </a:path>
            </a:pathLst>
          </a:custGeom>
          <a:solidFill>
            <a:srgbClr val="F4EBD0"/>
          </a:solidFill>
        </p:spPr>
      </p:sp>
      <p:sp>
        <p:nvSpPr>
          <p:cNvPr id="3" name="Text 1"/>
          <p:cNvSpPr/>
          <p:nvPr/>
        </p:nvSpPr>
        <p:spPr>
          <a:xfrm rot="21420000">
            <a:off x="248920" y="166370"/>
            <a:ext cx="520065" cy="5200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92405" y="157480"/>
            <a:ext cx="336550" cy="487680"/>
          </a:xfrm>
          <a:custGeom>
            <a:avLst/>
            <a:gdLst/>
            <a:ahLst/>
            <a:cxnLst/>
            <a:rect l="l" t="t" r="r" b="b"/>
            <a:pathLst>
              <a:path w="336550" h="487680">
                <a:moveTo>
                  <a:pt x="113146" y="0"/>
                </a:moveTo>
                <a:lnTo>
                  <a:pt x="322445" y="238989"/>
                </a:lnTo>
                <a:lnTo>
                  <a:pt x="103688" y="467241"/>
                </a:lnTo>
                <a:cubicBezTo>
                  <a:pt x="40008" y="411298"/>
                  <a:pt x="0" y="329218"/>
                  <a:pt x="0" y="237794"/>
                </a:cubicBezTo>
                <a:cubicBezTo>
                  <a:pt x="0" y="141834"/>
                  <a:pt x="44077" y="56167"/>
                  <a:pt x="113146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5" name="Text 3"/>
          <p:cNvSpPr/>
          <p:nvPr/>
        </p:nvSpPr>
        <p:spPr>
          <a:xfrm>
            <a:off x="192405" y="157480"/>
            <a:ext cx="33655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8290" y="191770"/>
            <a:ext cx="440690" cy="440690"/>
          </a:xfrm>
          <a:custGeom>
            <a:avLst/>
            <a:gdLst/>
            <a:ahLst/>
            <a:cxnLst/>
            <a:rect l="l" t="t" r="r" b="b"/>
            <a:pathLst>
              <a:path w="440690" h="440690">
                <a:moveTo>
                  <a:pt x="211110" y="0"/>
                </a:moveTo>
                <a:cubicBezTo>
                  <a:pt x="327625" y="0"/>
                  <a:pt x="422220" y="94595"/>
                  <a:pt x="422220" y="211110"/>
                </a:cubicBezTo>
                <a:cubicBezTo>
                  <a:pt x="422220" y="327625"/>
                  <a:pt x="327625" y="422220"/>
                  <a:pt x="211110" y="422220"/>
                </a:cubicBezTo>
                <a:cubicBezTo>
                  <a:pt x="94595" y="422220"/>
                  <a:pt x="0" y="327625"/>
                  <a:pt x="0" y="211110"/>
                </a:cubicBezTo>
                <a:cubicBezTo>
                  <a:pt x="0" y="94595"/>
                  <a:pt x="94595" y="0"/>
                  <a:pt x="211110" y="0"/>
                </a:cubicBezTo>
                <a:close/>
              </a:path>
            </a:pathLst>
          </a:custGeom>
          <a:solidFill>
            <a:srgbClr val="2835D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290" y="191770"/>
            <a:ext cx="440690" cy="4406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7885" y="190480"/>
            <a:ext cx="10968990" cy="490220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1950" dirty="0"/>
              <a:t>人机交互</a:t>
            </a:r>
            <a:r>
              <a:rPr lang="zh-CN" altLang="en-US" sz="1950" dirty="0"/>
              <a:t>界面</a:t>
            </a:r>
            <a:endParaRPr lang="zh-CN" altLang="en-US" sz="1950" dirty="0"/>
          </a:p>
        </p:txBody>
      </p:sp>
      <p:sp>
        <p:nvSpPr>
          <p:cNvPr id="9" name="Shape 7"/>
          <p:cNvSpPr/>
          <p:nvPr/>
        </p:nvSpPr>
        <p:spPr>
          <a:xfrm rot="13500000" flipH="1">
            <a:off x="1504950" y="2040255"/>
            <a:ext cx="2346960" cy="2345690"/>
          </a:xfrm>
          <a:custGeom>
            <a:avLst/>
            <a:gdLst/>
            <a:ahLst/>
            <a:cxnLst/>
            <a:rect l="l" t="t" r="r" b="b"/>
            <a:pathLst>
              <a:path w="2346960" h="2345690">
                <a:moveTo>
                  <a:pt x="337798" y="2001159"/>
                </a:moveTo>
                <a:lnTo>
                  <a:pt x="341423" y="2004452"/>
                </a:lnTo>
                <a:lnTo>
                  <a:pt x="344717" y="2008075"/>
                </a:lnTo>
                <a:lnTo>
                  <a:pt x="345048" y="2007745"/>
                </a:lnTo>
                <a:lnTo>
                  <a:pt x="421377" y="2077080"/>
                </a:lnTo>
                <a:cubicBezTo>
                  <a:pt x="624822" y="2244886"/>
                  <a:pt x="885642" y="2345690"/>
                  <a:pt x="1170020" y="2345690"/>
                </a:cubicBezTo>
                <a:cubicBezTo>
                  <a:pt x="1820026" y="2345690"/>
                  <a:pt x="2346960" y="1819041"/>
                  <a:pt x="2346960" y="1169387"/>
                </a:cubicBezTo>
                <a:cubicBezTo>
                  <a:pt x="2346960" y="801792"/>
                  <a:pt x="2131735" y="452635"/>
                  <a:pt x="2254721" y="121916"/>
                </a:cubicBezTo>
                <a:lnTo>
                  <a:pt x="2272943" y="80892"/>
                </a:lnTo>
                <a:lnTo>
                  <a:pt x="2290910" y="62935"/>
                </a:lnTo>
                <a:lnTo>
                  <a:pt x="2278467" y="68456"/>
                </a:lnTo>
                <a:lnTo>
                  <a:pt x="2283991" y="56020"/>
                </a:lnTo>
                <a:lnTo>
                  <a:pt x="2266024" y="73977"/>
                </a:lnTo>
                <a:lnTo>
                  <a:pt x="2224978" y="92189"/>
                </a:lnTo>
                <a:cubicBezTo>
                  <a:pt x="1894080" y="215109"/>
                  <a:pt x="1544734" y="0"/>
                  <a:pt x="1176940" y="0"/>
                </a:cubicBezTo>
                <a:cubicBezTo>
                  <a:pt x="526934" y="0"/>
                  <a:pt x="0" y="526649"/>
                  <a:pt x="0" y="1176303"/>
                </a:cubicBezTo>
                <a:cubicBezTo>
                  <a:pt x="0" y="1460527"/>
                  <a:pt x="100859" y="1721206"/>
                  <a:pt x="268756" y="1924541"/>
                </a:cubicBezTo>
                <a:lnTo>
                  <a:pt x="338128" y="2000829"/>
                </a:lnTo>
                <a:close/>
              </a:path>
            </a:pathLst>
          </a:custGeom>
          <a:solidFill>
            <a:srgbClr val="2835DE"/>
          </a:solidFill>
        </p:spPr>
      </p:sp>
      <p:sp>
        <p:nvSpPr>
          <p:cNvPr id="10" name="Text 8"/>
          <p:cNvSpPr/>
          <p:nvPr/>
        </p:nvSpPr>
        <p:spPr>
          <a:xfrm rot="13500000">
            <a:off x="1504950" y="2040255"/>
            <a:ext cx="2346960" cy="23456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03400" y="2413670"/>
            <a:ext cx="1960245" cy="1598861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650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01</a:t>
            </a:r>
            <a:endParaRPr lang="en-US" sz="10650" dirty="0"/>
          </a:p>
        </p:txBody>
      </p:sp>
      <p:sp>
        <p:nvSpPr>
          <p:cNvPr id="12" name="Shape 10"/>
          <p:cNvSpPr/>
          <p:nvPr/>
        </p:nvSpPr>
        <p:spPr>
          <a:xfrm rot="10800000">
            <a:off x="703263" y="4094163"/>
            <a:ext cx="463550" cy="463550"/>
          </a:xfrm>
          <a:custGeom>
            <a:avLst/>
            <a:gdLst/>
            <a:ahLst/>
            <a:cxnLst/>
            <a:rect l="l" t="t" r="r" b="b"/>
            <a:pathLst>
              <a:path w="463550" h="463550">
                <a:moveTo>
                  <a:pt x="231775" y="0"/>
                </a:moveTo>
                <a:cubicBezTo>
                  <a:pt x="359695" y="0"/>
                  <a:pt x="463550" y="103855"/>
                  <a:pt x="463550" y="231775"/>
                </a:cubicBezTo>
                <a:cubicBezTo>
                  <a:pt x="463550" y="359695"/>
                  <a:pt x="359695" y="463550"/>
                  <a:pt x="231775" y="463550"/>
                </a:cubicBezTo>
                <a:cubicBezTo>
                  <a:pt x="103855" y="463550"/>
                  <a:pt x="0" y="359695"/>
                  <a:pt x="0" y="231775"/>
                </a:cubicBezTo>
                <a:cubicBezTo>
                  <a:pt x="0" y="103855"/>
                  <a:pt x="103855" y="0"/>
                  <a:pt x="231775" y="0"/>
                </a:cubicBezTo>
                <a:close/>
              </a:path>
            </a:pathLst>
          </a:custGeom>
          <a:solidFill>
            <a:srgbClr val="F4EBD0"/>
          </a:solidFill>
        </p:spPr>
      </p:sp>
      <p:sp>
        <p:nvSpPr>
          <p:cNvPr id="13" name="Text 11"/>
          <p:cNvSpPr/>
          <p:nvPr/>
        </p:nvSpPr>
        <p:spPr>
          <a:xfrm rot="10800000">
            <a:off x="703263" y="4094163"/>
            <a:ext cx="463550" cy="4635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655763" y="4125913"/>
            <a:ext cx="147637" cy="149225"/>
          </a:xfrm>
          <a:custGeom>
            <a:avLst/>
            <a:gdLst/>
            <a:ahLst/>
            <a:cxnLst/>
            <a:rect l="l" t="t" r="r" b="b"/>
            <a:pathLst>
              <a:path w="147637" h="149225">
                <a:moveTo>
                  <a:pt x="73819" y="0"/>
                </a:moveTo>
                <a:cubicBezTo>
                  <a:pt x="114560" y="0"/>
                  <a:pt x="147637" y="33433"/>
                  <a:pt x="147637" y="74613"/>
                </a:cubicBezTo>
                <a:cubicBezTo>
                  <a:pt x="147637" y="115792"/>
                  <a:pt x="114560" y="149225"/>
                  <a:pt x="73819" y="149225"/>
                </a:cubicBezTo>
                <a:cubicBezTo>
                  <a:pt x="33077" y="149225"/>
                  <a:pt x="0" y="115792"/>
                  <a:pt x="0" y="74613"/>
                </a:cubicBezTo>
                <a:cubicBezTo>
                  <a:pt x="0" y="33433"/>
                  <a:pt x="33077" y="0"/>
                  <a:pt x="73819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15" name="Text 13"/>
          <p:cNvSpPr/>
          <p:nvPr/>
        </p:nvSpPr>
        <p:spPr>
          <a:xfrm>
            <a:off x="1655763" y="4125913"/>
            <a:ext cx="147637" cy="1492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508375" y="4362450"/>
            <a:ext cx="242888" cy="242888"/>
          </a:xfrm>
          <a:custGeom>
            <a:avLst/>
            <a:gdLst/>
            <a:ahLst/>
            <a:cxnLst/>
            <a:rect l="l" t="t" r="r" b="b"/>
            <a:pathLst>
              <a:path w="242888" h="242888">
                <a:moveTo>
                  <a:pt x="121444" y="0"/>
                </a:moveTo>
                <a:cubicBezTo>
                  <a:pt x="188471" y="0"/>
                  <a:pt x="242888" y="54417"/>
                  <a:pt x="242888" y="121444"/>
                </a:cubicBezTo>
                <a:cubicBezTo>
                  <a:pt x="242888" y="188471"/>
                  <a:pt x="188471" y="242888"/>
                  <a:pt x="121444" y="242888"/>
                </a:cubicBezTo>
                <a:cubicBezTo>
                  <a:pt x="54417" y="242888"/>
                  <a:pt x="0" y="188471"/>
                  <a:pt x="0" y="121444"/>
                </a:cubicBezTo>
                <a:cubicBezTo>
                  <a:pt x="0" y="54417"/>
                  <a:pt x="54417" y="0"/>
                  <a:pt x="121444" y="0"/>
                </a:cubicBezTo>
                <a:close/>
              </a:path>
            </a:pathLst>
          </a:custGeom>
          <a:solidFill>
            <a:srgbClr val="2835DE"/>
          </a:solidFill>
        </p:spPr>
      </p:sp>
      <p:sp>
        <p:nvSpPr>
          <p:cNvPr id="17" name="Text 15"/>
          <p:cNvSpPr/>
          <p:nvPr/>
        </p:nvSpPr>
        <p:spPr>
          <a:xfrm>
            <a:off x="3508375" y="4362450"/>
            <a:ext cx="242888" cy="242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856038" y="4079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19" name="Text 17"/>
          <p:cNvSpPr/>
          <p:nvPr/>
        </p:nvSpPr>
        <p:spPr>
          <a:xfrm>
            <a:off x="3856038" y="4079875"/>
            <a:ext cx="152400" cy="152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 rot="11040000">
            <a:off x="2898775" y="4818063"/>
            <a:ext cx="387350" cy="387350"/>
          </a:xfrm>
          <a:custGeom>
            <a:avLst/>
            <a:gdLst/>
            <a:ahLst/>
            <a:cxnLst/>
            <a:rect l="l" t="t" r="r" b="b"/>
            <a:pathLst>
              <a:path w="387350" h="387350">
                <a:moveTo>
                  <a:pt x="193675" y="0"/>
                </a:moveTo>
                <a:cubicBezTo>
                  <a:pt x="300567" y="0"/>
                  <a:pt x="387350" y="86783"/>
                  <a:pt x="387350" y="193675"/>
                </a:cubicBezTo>
                <a:cubicBezTo>
                  <a:pt x="387350" y="300567"/>
                  <a:pt x="300567" y="387350"/>
                  <a:pt x="193675" y="387350"/>
                </a:cubicBezTo>
                <a:cubicBezTo>
                  <a:pt x="86783" y="387350"/>
                  <a:pt x="0" y="300567"/>
                  <a:pt x="0" y="193675"/>
                </a:cubicBezTo>
                <a:cubicBezTo>
                  <a:pt x="0" y="86783"/>
                  <a:pt x="86783" y="0"/>
                  <a:pt x="193675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21" name="Text 19"/>
          <p:cNvSpPr/>
          <p:nvPr/>
        </p:nvSpPr>
        <p:spPr>
          <a:xfrm rot="11040000">
            <a:off x="2898775" y="4818063"/>
            <a:ext cx="387350" cy="3873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 rot="11040000">
            <a:off x="2119313" y="4422775"/>
            <a:ext cx="169862" cy="169863"/>
          </a:xfrm>
          <a:custGeom>
            <a:avLst/>
            <a:gdLst/>
            <a:ahLst/>
            <a:cxnLst/>
            <a:rect l="l" t="t" r="r" b="b"/>
            <a:pathLst>
              <a:path w="169862" h="169863">
                <a:moveTo>
                  <a:pt x="84931" y="0"/>
                </a:moveTo>
                <a:cubicBezTo>
                  <a:pt x="131806" y="0"/>
                  <a:pt x="169862" y="38057"/>
                  <a:pt x="169862" y="84932"/>
                </a:cubicBezTo>
                <a:cubicBezTo>
                  <a:pt x="169862" y="131806"/>
                  <a:pt x="131806" y="169863"/>
                  <a:pt x="84931" y="169863"/>
                </a:cubicBezTo>
                <a:cubicBezTo>
                  <a:pt x="38056" y="169863"/>
                  <a:pt x="0" y="131806"/>
                  <a:pt x="0" y="84932"/>
                </a:cubicBezTo>
                <a:cubicBezTo>
                  <a:pt x="0" y="38057"/>
                  <a:pt x="38056" y="0"/>
                  <a:pt x="84931" y="0"/>
                </a:cubicBezTo>
                <a:close/>
              </a:path>
            </a:pathLst>
          </a:custGeom>
          <a:solidFill>
            <a:srgbClr val="F4EBD0"/>
          </a:solidFill>
        </p:spPr>
      </p:sp>
      <p:sp>
        <p:nvSpPr>
          <p:cNvPr id="23" name="Text 21"/>
          <p:cNvSpPr/>
          <p:nvPr/>
        </p:nvSpPr>
        <p:spPr>
          <a:xfrm rot="11040000">
            <a:off x="2119313" y="4422775"/>
            <a:ext cx="169862" cy="16986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09663" y="2378075"/>
            <a:ext cx="344487" cy="344488"/>
          </a:xfrm>
          <a:custGeom>
            <a:avLst/>
            <a:gdLst/>
            <a:ahLst/>
            <a:cxnLst/>
            <a:rect l="l" t="t" r="r" b="b"/>
            <a:pathLst>
              <a:path w="344487" h="344488">
                <a:moveTo>
                  <a:pt x="172244" y="0"/>
                </a:moveTo>
                <a:cubicBezTo>
                  <a:pt x="267307" y="0"/>
                  <a:pt x="344487" y="77180"/>
                  <a:pt x="344487" y="172244"/>
                </a:cubicBezTo>
                <a:cubicBezTo>
                  <a:pt x="344487" y="267308"/>
                  <a:pt x="267307" y="344488"/>
                  <a:pt x="172244" y="344488"/>
                </a:cubicBezTo>
                <a:cubicBezTo>
                  <a:pt x="77180" y="344488"/>
                  <a:pt x="0" y="267308"/>
                  <a:pt x="0" y="172244"/>
                </a:cubicBezTo>
                <a:cubicBezTo>
                  <a:pt x="0" y="77180"/>
                  <a:pt x="77180" y="0"/>
                  <a:pt x="172243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25" name="Text 23"/>
          <p:cNvSpPr/>
          <p:nvPr/>
        </p:nvSpPr>
        <p:spPr>
          <a:xfrm>
            <a:off x="1109663" y="2378075"/>
            <a:ext cx="344487" cy="344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 rot="10800000">
            <a:off x="1149350" y="3316288"/>
            <a:ext cx="528638" cy="527050"/>
          </a:xfrm>
          <a:custGeom>
            <a:avLst/>
            <a:gdLst/>
            <a:ahLst/>
            <a:cxnLst/>
            <a:rect l="l" t="t" r="r" b="b"/>
            <a:pathLst>
              <a:path w="528638" h="527050">
                <a:moveTo>
                  <a:pt x="264319" y="0"/>
                </a:moveTo>
                <a:cubicBezTo>
                  <a:pt x="410201" y="0"/>
                  <a:pt x="528638" y="118082"/>
                  <a:pt x="528638" y="263525"/>
                </a:cubicBezTo>
                <a:cubicBezTo>
                  <a:pt x="528638" y="408968"/>
                  <a:pt x="410201" y="527050"/>
                  <a:pt x="264319" y="527050"/>
                </a:cubicBezTo>
                <a:cubicBezTo>
                  <a:pt x="118437" y="527050"/>
                  <a:pt x="0" y="408968"/>
                  <a:pt x="0" y="263525"/>
                </a:cubicBezTo>
                <a:cubicBezTo>
                  <a:pt x="0" y="118082"/>
                  <a:pt x="118437" y="0"/>
                  <a:pt x="264319" y="0"/>
                </a:cubicBezTo>
                <a:close/>
              </a:path>
            </a:pathLst>
          </a:custGeom>
          <a:solidFill>
            <a:srgbClr val="F4EBD0"/>
          </a:solidFill>
        </p:spPr>
      </p:sp>
      <p:sp>
        <p:nvSpPr>
          <p:cNvPr id="27" name="Text 25"/>
          <p:cNvSpPr/>
          <p:nvPr/>
        </p:nvSpPr>
        <p:spPr>
          <a:xfrm rot="10800000">
            <a:off x="1149350" y="3316288"/>
            <a:ext cx="528638" cy="5270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723563" y="3060700"/>
            <a:ext cx="153987" cy="152400"/>
          </a:xfrm>
          <a:custGeom>
            <a:avLst/>
            <a:gdLst/>
            <a:ahLst/>
            <a:cxnLst/>
            <a:rect l="l" t="t" r="r" b="b"/>
            <a:pathLst>
              <a:path w="153987" h="152400">
                <a:moveTo>
                  <a:pt x="76994" y="0"/>
                </a:moveTo>
                <a:cubicBezTo>
                  <a:pt x="119487" y="0"/>
                  <a:pt x="153987" y="34144"/>
                  <a:pt x="153987" y="76200"/>
                </a:cubicBezTo>
                <a:cubicBezTo>
                  <a:pt x="153987" y="118256"/>
                  <a:pt x="119487" y="152400"/>
                  <a:pt x="76994" y="152400"/>
                </a:cubicBezTo>
                <a:cubicBezTo>
                  <a:pt x="34500" y="152400"/>
                  <a:pt x="0" y="118256"/>
                  <a:pt x="0" y="76200"/>
                </a:cubicBezTo>
                <a:cubicBezTo>
                  <a:pt x="0" y="34144"/>
                  <a:pt x="34500" y="0"/>
                  <a:pt x="76993" y="0"/>
                </a:cubicBezTo>
                <a:close/>
              </a:path>
            </a:pathLst>
          </a:custGeom>
          <a:solidFill>
            <a:srgbClr val="F4EBD0"/>
          </a:solidFill>
        </p:spPr>
      </p:sp>
      <p:sp>
        <p:nvSpPr>
          <p:cNvPr id="29" name="Text 27"/>
          <p:cNvSpPr/>
          <p:nvPr/>
        </p:nvSpPr>
        <p:spPr>
          <a:xfrm>
            <a:off x="10723563" y="3060700"/>
            <a:ext cx="153987" cy="152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0929938" y="3213100"/>
            <a:ext cx="242887" cy="242888"/>
          </a:xfrm>
          <a:custGeom>
            <a:avLst/>
            <a:gdLst/>
            <a:ahLst/>
            <a:cxnLst/>
            <a:rect l="l" t="t" r="r" b="b"/>
            <a:pathLst>
              <a:path w="242887" h="242888">
                <a:moveTo>
                  <a:pt x="121444" y="0"/>
                </a:moveTo>
                <a:cubicBezTo>
                  <a:pt x="188470" y="0"/>
                  <a:pt x="242887" y="54417"/>
                  <a:pt x="242887" y="121444"/>
                </a:cubicBezTo>
                <a:cubicBezTo>
                  <a:pt x="242887" y="188471"/>
                  <a:pt x="188470" y="242888"/>
                  <a:pt x="121444" y="242888"/>
                </a:cubicBezTo>
                <a:cubicBezTo>
                  <a:pt x="54417" y="242888"/>
                  <a:pt x="0" y="188471"/>
                  <a:pt x="0" y="121444"/>
                </a:cubicBezTo>
                <a:cubicBezTo>
                  <a:pt x="0" y="54417"/>
                  <a:pt x="54417" y="0"/>
                  <a:pt x="121444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31" name="Text 29"/>
          <p:cNvSpPr/>
          <p:nvPr/>
        </p:nvSpPr>
        <p:spPr>
          <a:xfrm>
            <a:off x="10929938" y="3213100"/>
            <a:ext cx="242887" cy="242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855788" y="5219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835DE"/>
          </a:solidFill>
        </p:spPr>
      </p:sp>
      <p:sp>
        <p:nvSpPr>
          <p:cNvPr id="33" name="Text 31"/>
          <p:cNvSpPr/>
          <p:nvPr/>
        </p:nvSpPr>
        <p:spPr>
          <a:xfrm>
            <a:off x="1855788" y="5219700"/>
            <a:ext cx="152400" cy="152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074795" y="2722672"/>
            <a:ext cx="6502400" cy="621030"/>
          </a:xfrm>
          <a:prstGeom prst="rect">
            <a:avLst/>
          </a:prstGeom>
          <a:noFill/>
        </p:spPr>
        <p:txBody>
          <a:bodyPr wrap="square" lIns="95250" tIns="95250" rIns="95250" bIns="95250" rtlCol="0" anchor="b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2800" b="1" dirty="0"/>
              <a:t>人机交互界面的开发</a:t>
            </a:r>
            <a:endParaRPr lang="zh-CN" altLang="en-US" sz="2800" b="1" dirty="0"/>
          </a:p>
        </p:txBody>
      </p:sp>
      <p:sp>
        <p:nvSpPr>
          <p:cNvPr id="36" name="Shape 34"/>
          <p:cNvSpPr/>
          <p:nvPr/>
        </p:nvSpPr>
        <p:spPr>
          <a:xfrm>
            <a:off x="4092575" y="3556000"/>
            <a:ext cx="6610350" cy="0"/>
          </a:xfrm>
          <a:custGeom>
            <a:avLst/>
            <a:gdLst/>
            <a:ahLst/>
            <a:cxnLst/>
            <a:rect l="l" t="t" r="r" b="b"/>
            <a:pathLst>
              <a:path w="6610350">
                <a:moveTo>
                  <a:pt x="0" y="0"/>
                </a:moveTo>
                <a:lnTo>
                  <a:pt x="6610350" y="0"/>
                </a:lnTo>
              </a:path>
            </a:pathLst>
          </a:custGeom>
          <a:noFill/>
          <a:ln w="9525">
            <a:solidFill>
              <a:srgbClr val="808080"/>
            </a:solidFill>
            <a:prstDash val="dash"/>
            <a:headEnd type="none"/>
            <a:tailEnd type="none"/>
          </a:ln>
        </p:spPr>
      </p:sp>
      <p:pic>
        <p:nvPicPr>
          <p:cNvPr id="37" name="图片 36" descr="QQ20251009-0601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6185" y="191770"/>
            <a:ext cx="4562475" cy="2566670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4328160" y="3948430"/>
            <a:ext cx="60051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利用陶晶驰官方的软件进行</a:t>
            </a:r>
            <a:r>
              <a:rPr lang="en-US" altLang="zh-CN" b="1"/>
              <a:t>ui</a:t>
            </a:r>
            <a:r>
              <a:rPr lang="zh-CN" altLang="en-US" b="1"/>
              <a:t>设计，利用一系列如曲线，按键之类的控件完成设计目标，通过串口与主控芯片进行交互</a:t>
            </a:r>
            <a:endParaRPr lang="zh-CN" altLang="en-US" b="1"/>
          </a:p>
        </p:txBody>
      </p:sp>
      <p:pic>
        <p:nvPicPr>
          <p:cNvPr id="40" name="图片 39" descr="IMG_20251009_0605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040" y="4605655"/>
            <a:ext cx="2881630" cy="2160905"/>
          </a:xfrm>
          <a:prstGeom prst="rect">
            <a:avLst/>
          </a:prstGeom>
        </p:spPr>
      </p:pic>
      <p:pic>
        <p:nvPicPr>
          <p:cNvPr id="41" name="图片 40" descr="QQ20251009-0611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9460" y="346710"/>
            <a:ext cx="2276475" cy="1771650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6447790" y="5422900"/>
            <a:ext cx="2140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结果展示：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420000">
            <a:off x="248920" y="166370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520065" h="520065">
                <a:moveTo>
                  <a:pt x="498268" y="249134"/>
                </a:moveTo>
                <a:cubicBezTo>
                  <a:pt x="498268" y="348846"/>
                  <a:pt x="438815" y="438954"/>
                  <a:pt x="347143" y="478181"/>
                </a:cubicBezTo>
                <a:lnTo>
                  <a:pt x="249134" y="249134"/>
                </a:lnTo>
                <a:lnTo>
                  <a:pt x="498268" y="249134"/>
                </a:lnTo>
                <a:close/>
              </a:path>
            </a:pathLst>
          </a:custGeom>
          <a:solidFill>
            <a:srgbClr val="F4EBD0"/>
          </a:solidFill>
        </p:spPr>
      </p:sp>
      <p:sp>
        <p:nvSpPr>
          <p:cNvPr id="3" name="Text 1"/>
          <p:cNvSpPr/>
          <p:nvPr/>
        </p:nvSpPr>
        <p:spPr>
          <a:xfrm rot="21420000">
            <a:off x="248920" y="166370"/>
            <a:ext cx="520065" cy="5200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92405" y="157480"/>
            <a:ext cx="336550" cy="487680"/>
          </a:xfrm>
          <a:custGeom>
            <a:avLst/>
            <a:gdLst/>
            <a:ahLst/>
            <a:cxnLst/>
            <a:rect l="l" t="t" r="r" b="b"/>
            <a:pathLst>
              <a:path w="336550" h="487680">
                <a:moveTo>
                  <a:pt x="113146" y="0"/>
                </a:moveTo>
                <a:lnTo>
                  <a:pt x="322445" y="238989"/>
                </a:lnTo>
                <a:lnTo>
                  <a:pt x="103688" y="467241"/>
                </a:lnTo>
                <a:cubicBezTo>
                  <a:pt x="40008" y="411298"/>
                  <a:pt x="0" y="329218"/>
                  <a:pt x="0" y="237794"/>
                </a:cubicBezTo>
                <a:cubicBezTo>
                  <a:pt x="0" y="141834"/>
                  <a:pt x="44077" y="56167"/>
                  <a:pt x="113146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5" name="Text 3"/>
          <p:cNvSpPr/>
          <p:nvPr/>
        </p:nvSpPr>
        <p:spPr>
          <a:xfrm>
            <a:off x="192405" y="157480"/>
            <a:ext cx="33655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8290" y="191770"/>
            <a:ext cx="440690" cy="440690"/>
          </a:xfrm>
          <a:custGeom>
            <a:avLst/>
            <a:gdLst/>
            <a:ahLst/>
            <a:cxnLst/>
            <a:rect l="l" t="t" r="r" b="b"/>
            <a:pathLst>
              <a:path w="440690" h="440690">
                <a:moveTo>
                  <a:pt x="211110" y="0"/>
                </a:moveTo>
                <a:cubicBezTo>
                  <a:pt x="327625" y="0"/>
                  <a:pt x="422220" y="94595"/>
                  <a:pt x="422220" y="211110"/>
                </a:cubicBezTo>
                <a:cubicBezTo>
                  <a:pt x="422220" y="327625"/>
                  <a:pt x="327625" y="422220"/>
                  <a:pt x="211110" y="422220"/>
                </a:cubicBezTo>
                <a:cubicBezTo>
                  <a:pt x="94595" y="422220"/>
                  <a:pt x="0" y="327625"/>
                  <a:pt x="0" y="211110"/>
                </a:cubicBezTo>
                <a:cubicBezTo>
                  <a:pt x="0" y="94595"/>
                  <a:pt x="94595" y="0"/>
                  <a:pt x="211110" y="0"/>
                </a:cubicBezTo>
                <a:close/>
              </a:path>
            </a:pathLst>
          </a:custGeom>
          <a:solidFill>
            <a:srgbClr val="2835D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290" y="191770"/>
            <a:ext cx="440690" cy="4406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7885" y="190480"/>
            <a:ext cx="10968990" cy="490220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1950" dirty="0"/>
              <a:t>视觉</a:t>
            </a:r>
            <a:r>
              <a:rPr lang="zh-CN" altLang="en-US" sz="1950" dirty="0"/>
              <a:t>识别</a:t>
            </a:r>
            <a:endParaRPr lang="zh-CN" altLang="en-US" sz="1950" dirty="0"/>
          </a:p>
        </p:txBody>
      </p:sp>
      <p:sp>
        <p:nvSpPr>
          <p:cNvPr id="9" name="Shape 7"/>
          <p:cNvSpPr/>
          <p:nvPr/>
        </p:nvSpPr>
        <p:spPr>
          <a:xfrm rot="13500000" flipH="1">
            <a:off x="1504950" y="2040255"/>
            <a:ext cx="2346960" cy="2345690"/>
          </a:xfrm>
          <a:custGeom>
            <a:avLst/>
            <a:gdLst/>
            <a:ahLst/>
            <a:cxnLst/>
            <a:rect l="l" t="t" r="r" b="b"/>
            <a:pathLst>
              <a:path w="2346960" h="2345690">
                <a:moveTo>
                  <a:pt x="337798" y="2001159"/>
                </a:moveTo>
                <a:lnTo>
                  <a:pt x="341423" y="2004452"/>
                </a:lnTo>
                <a:lnTo>
                  <a:pt x="344717" y="2008075"/>
                </a:lnTo>
                <a:lnTo>
                  <a:pt x="345048" y="2007745"/>
                </a:lnTo>
                <a:lnTo>
                  <a:pt x="421377" y="2077080"/>
                </a:lnTo>
                <a:cubicBezTo>
                  <a:pt x="624822" y="2244886"/>
                  <a:pt x="885642" y="2345690"/>
                  <a:pt x="1170020" y="2345690"/>
                </a:cubicBezTo>
                <a:cubicBezTo>
                  <a:pt x="1820026" y="2345690"/>
                  <a:pt x="2346960" y="1819041"/>
                  <a:pt x="2346960" y="1169387"/>
                </a:cubicBezTo>
                <a:cubicBezTo>
                  <a:pt x="2346960" y="801792"/>
                  <a:pt x="2131735" y="452635"/>
                  <a:pt x="2254721" y="121916"/>
                </a:cubicBezTo>
                <a:lnTo>
                  <a:pt x="2272943" y="80892"/>
                </a:lnTo>
                <a:lnTo>
                  <a:pt x="2290910" y="62935"/>
                </a:lnTo>
                <a:lnTo>
                  <a:pt x="2278467" y="68456"/>
                </a:lnTo>
                <a:lnTo>
                  <a:pt x="2283991" y="56020"/>
                </a:lnTo>
                <a:lnTo>
                  <a:pt x="2266024" y="73977"/>
                </a:lnTo>
                <a:lnTo>
                  <a:pt x="2224978" y="92189"/>
                </a:lnTo>
                <a:cubicBezTo>
                  <a:pt x="1894080" y="215109"/>
                  <a:pt x="1544734" y="0"/>
                  <a:pt x="1176940" y="0"/>
                </a:cubicBezTo>
                <a:cubicBezTo>
                  <a:pt x="526934" y="0"/>
                  <a:pt x="0" y="526649"/>
                  <a:pt x="0" y="1176303"/>
                </a:cubicBezTo>
                <a:cubicBezTo>
                  <a:pt x="0" y="1460527"/>
                  <a:pt x="100859" y="1721206"/>
                  <a:pt x="268756" y="1924541"/>
                </a:cubicBezTo>
                <a:lnTo>
                  <a:pt x="338128" y="2000829"/>
                </a:lnTo>
                <a:close/>
              </a:path>
            </a:pathLst>
          </a:custGeom>
          <a:solidFill>
            <a:srgbClr val="2835DE"/>
          </a:solidFill>
        </p:spPr>
      </p:sp>
      <p:sp>
        <p:nvSpPr>
          <p:cNvPr id="10" name="Text 8"/>
          <p:cNvSpPr/>
          <p:nvPr/>
        </p:nvSpPr>
        <p:spPr>
          <a:xfrm rot="13500000">
            <a:off x="1504950" y="2040255"/>
            <a:ext cx="2346960" cy="23456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03400" y="2413670"/>
            <a:ext cx="1960245" cy="182943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650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02</a:t>
            </a:r>
            <a:endParaRPr lang="en-US" sz="10650" dirty="0"/>
          </a:p>
        </p:txBody>
      </p:sp>
      <p:sp>
        <p:nvSpPr>
          <p:cNvPr id="12" name="Shape 10"/>
          <p:cNvSpPr/>
          <p:nvPr/>
        </p:nvSpPr>
        <p:spPr>
          <a:xfrm rot="10800000">
            <a:off x="703263" y="4094163"/>
            <a:ext cx="463550" cy="463550"/>
          </a:xfrm>
          <a:custGeom>
            <a:avLst/>
            <a:gdLst/>
            <a:ahLst/>
            <a:cxnLst/>
            <a:rect l="l" t="t" r="r" b="b"/>
            <a:pathLst>
              <a:path w="463550" h="463550">
                <a:moveTo>
                  <a:pt x="231775" y="0"/>
                </a:moveTo>
                <a:cubicBezTo>
                  <a:pt x="359695" y="0"/>
                  <a:pt x="463550" y="103855"/>
                  <a:pt x="463550" y="231775"/>
                </a:cubicBezTo>
                <a:cubicBezTo>
                  <a:pt x="463550" y="359695"/>
                  <a:pt x="359695" y="463550"/>
                  <a:pt x="231775" y="463550"/>
                </a:cubicBezTo>
                <a:cubicBezTo>
                  <a:pt x="103855" y="463550"/>
                  <a:pt x="0" y="359695"/>
                  <a:pt x="0" y="231775"/>
                </a:cubicBezTo>
                <a:cubicBezTo>
                  <a:pt x="0" y="103855"/>
                  <a:pt x="103855" y="0"/>
                  <a:pt x="231775" y="0"/>
                </a:cubicBezTo>
                <a:close/>
              </a:path>
            </a:pathLst>
          </a:custGeom>
          <a:solidFill>
            <a:srgbClr val="F4EBD0"/>
          </a:solidFill>
        </p:spPr>
      </p:sp>
      <p:sp>
        <p:nvSpPr>
          <p:cNvPr id="13" name="Text 11"/>
          <p:cNvSpPr/>
          <p:nvPr/>
        </p:nvSpPr>
        <p:spPr>
          <a:xfrm rot="10800000">
            <a:off x="703263" y="4094163"/>
            <a:ext cx="463550" cy="4635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655763" y="4125913"/>
            <a:ext cx="147637" cy="149225"/>
          </a:xfrm>
          <a:custGeom>
            <a:avLst/>
            <a:gdLst/>
            <a:ahLst/>
            <a:cxnLst/>
            <a:rect l="l" t="t" r="r" b="b"/>
            <a:pathLst>
              <a:path w="147637" h="149225">
                <a:moveTo>
                  <a:pt x="73819" y="0"/>
                </a:moveTo>
                <a:cubicBezTo>
                  <a:pt x="114560" y="0"/>
                  <a:pt x="147637" y="33433"/>
                  <a:pt x="147637" y="74613"/>
                </a:cubicBezTo>
                <a:cubicBezTo>
                  <a:pt x="147637" y="115792"/>
                  <a:pt x="114560" y="149225"/>
                  <a:pt x="73819" y="149225"/>
                </a:cubicBezTo>
                <a:cubicBezTo>
                  <a:pt x="33077" y="149225"/>
                  <a:pt x="0" y="115792"/>
                  <a:pt x="0" y="74613"/>
                </a:cubicBezTo>
                <a:cubicBezTo>
                  <a:pt x="0" y="33433"/>
                  <a:pt x="33077" y="0"/>
                  <a:pt x="73819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15" name="Text 13"/>
          <p:cNvSpPr/>
          <p:nvPr/>
        </p:nvSpPr>
        <p:spPr>
          <a:xfrm>
            <a:off x="1655763" y="4125913"/>
            <a:ext cx="147637" cy="1492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508375" y="4362450"/>
            <a:ext cx="242888" cy="242888"/>
          </a:xfrm>
          <a:custGeom>
            <a:avLst/>
            <a:gdLst/>
            <a:ahLst/>
            <a:cxnLst/>
            <a:rect l="l" t="t" r="r" b="b"/>
            <a:pathLst>
              <a:path w="242888" h="242888">
                <a:moveTo>
                  <a:pt x="121444" y="0"/>
                </a:moveTo>
                <a:cubicBezTo>
                  <a:pt x="188471" y="0"/>
                  <a:pt x="242888" y="54417"/>
                  <a:pt x="242888" y="121444"/>
                </a:cubicBezTo>
                <a:cubicBezTo>
                  <a:pt x="242888" y="188471"/>
                  <a:pt x="188471" y="242888"/>
                  <a:pt x="121444" y="242888"/>
                </a:cubicBezTo>
                <a:cubicBezTo>
                  <a:pt x="54417" y="242888"/>
                  <a:pt x="0" y="188471"/>
                  <a:pt x="0" y="121444"/>
                </a:cubicBezTo>
                <a:cubicBezTo>
                  <a:pt x="0" y="54417"/>
                  <a:pt x="54417" y="0"/>
                  <a:pt x="121444" y="0"/>
                </a:cubicBezTo>
                <a:close/>
              </a:path>
            </a:pathLst>
          </a:custGeom>
          <a:solidFill>
            <a:srgbClr val="2835DE"/>
          </a:solidFill>
        </p:spPr>
      </p:sp>
      <p:sp>
        <p:nvSpPr>
          <p:cNvPr id="17" name="Text 15"/>
          <p:cNvSpPr/>
          <p:nvPr/>
        </p:nvSpPr>
        <p:spPr>
          <a:xfrm>
            <a:off x="3508375" y="4362450"/>
            <a:ext cx="242888" cy="242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856038" y="4079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19" name="Text 17"/>
          <p:cNvSpPr/>
          <p:nvPr/>
        </p:nvSpPr>
        <p:spPr>
          <a:xfrm>
            <a:off x="3856038" y="4079875"/>
            <a:ext cx="152400" cy="152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 rot="11040000">
            <a:off x="2898775" y="4818063"/>
            <a:ext cx="387350" cy="387350"/>
          </a:xfrm>
          <a:custGeom>
            <a:avLst/>
            <a:gdLst/>
            <a:ahLst/>
            <a:cxnLst/>
            <a:rect l="l" t="t" r="r" b="b"/>
            <a:pathLst>
              <a:path w="387350" h="387350">
                <a:moveTo>
                  <a:pt x="193675" y="0"/>
                </a:moveTo>
                <a:cubicBezTo>
                  <a:pt x="300567" y="0"/>
                  <a:pt x="387350" y="86783"/>
                  <a:pt x="387350" y="193675"/>
                </a:cubicBezTo>
                <a:cubicBezTo>
                  <a:pt x="387350" y="300567"/>
                  <a:pt x="300567" y="387350"/>
                  <a:pt x="193675" y="387350"/>
                </a:cubicBezTo>
                <a:cubicBezTo>
                  <a:pt x="86783" y="387350"/>
                  <a:pt x="0" y="300567"/>
                  <a:pt x="0" y="193675"/>
                </a:cubicBezTo>
                <a:cubicBezTo>
                  <a:pt x="0" y="86783"/>
                  <a:pt x="86783" y="0"/>
                  <a:pt x="193675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21" name="Text 19"/>
          <p:cNvSpPr/>
          <p:nvPr/>
        </p:nvSpPr>
        <p:spPr>
          <a:xfrm rot="11040000">
            <a:off x="2898775" y="4818063"/>
            <a:ext cx="387350" cy="3873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 rot="11040000">
            <a:off x="2119313" y="4422775"/>
            <a:ext cx="169862" cy="169863"/>
          </a:xfrm>
          <a:custGeom>
            <a:avLst/>
            <a:gdLst/>
            <a:ahLst/>
            <a:cxnLst/>
            <a:rect l="l" t="t" r="r" b="b"/>
            <a:pathLst>
              <a:path w="169862" h="169863">
                <a:moveTo>
                  <a:pt x="84931" y="0"/>
                </a:moveTo>
                <a:cubicBezTo>
                  <a:pt x="131806" y="0"/>
                  <a:pt x="169862" y="38057"/>
                  <a:pt x="169862" y="84932"/>
                </a:cubicBezTo>
                <a:cubicBezTo>
                  <a:pt x="169862" y="131806"/>
                  <a:pt x="131806" y="169863"/>
                  <a:pt x="84931" y="169863"/>
                </a:cubicBezTo>
                <a:cubicBezTo>
                  <a:pt x="38056" y="169863"/>
                  <a:pt x="0" y="131806"/>
                  <a:pt x="0" y="84932"/>
                </a:cubicBezTo>
                <a:cubicBezTo>
                  <a:pt x="0" y="38057"/>
                  <a:pt x="38056" y="0"/>
                  <a:pt x="84931" y="0"/>
                </a:cubicBezTo>
                <a:close/>
              </a:path>
            </a:pathLst>
          </a:custGeom>
          <a:solidFill>
            <a:srgbClr val="F4EBD0"/>
          </a:solidFill>
        </p:spPr>
      </p:sp>
      <p:sp>
        <p:nvSpPr>
          <p:cNvPr id="23" name="Text 21"/>
          <p:cNvSpPr/>
          <p:nvPr/>
        </p:nvSpPr>
        <p:spPr>
          <a:xfrm rot="11040000">
            <a:off x="2119313" y="4422775"/>
            <a:ext cx="169862" cy="16986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09663" y="2378075"/>
            <a:ext cx="344487" cy="344488"/>
          </a:xfrm>
          <a:custGeom>
            <a:avLst/>
            <a:gdLst/>
            <a:ahLst/>
            <a:cxnLst/>
            <a:rect l="l" t="t" r="r" b="b"/>
            <a:pathLst>
              <a:path w="344487" h="344488">
                <a:moveTo>
                  <a:pt x="172244" y="0"/>
                </a:moveTo>
                <a:cubicBezTo>
                  <a:pt x="267307" y="0"/>
                  <a:pt x="344487" y="77180"/>
                  <a:pt x="344487" y="172244"/>
                </a:cubicBezTo>
                <a:cubicBezTo>
                  <a:pt x="344487" y="267308"/>
                  <a:pt x="267307" y="344488"/>
                  <a:pt x="172244" y="344488"/>
                </a:cubicBezTo>
                <a:cubicBezTo>
                  <a:pt x="77180" y="344488"/>
                  <a:pt x="0" y="267308"/>
                  <a:pt x="0" y="172244"/>
                </a:cubicBezTo>
                <a:cubicBezTo>
                  <a:pt x="0" y="77180"/>
                  <a:pt x="77180" y="0"/>
                  <a:pt x="172243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25" name="Text 23"/>
          <p:cNvSpPr/>
          <p:nvPr/>
        </p:nvSpPr>
        <p:spPr>
          <a:xfrm>
            <a:off x="1109663" y="2378075"/>
            <a:ext cx="344487" cy="344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 rot="10800000">
            <a:off x="1149350" y="3316288"/>
            <a:ext cx="528638" cy="527050"/>
          </a:xfrm>
          <a:custGeom>
            <a:avLst/>
            <a:gdLst/>
            <a:ahLst/>
            <a:cxnLst/>
            <a:rect l="l" t="t" r="r" b="b"/>
            <a:pathLst>
              <a:path w="528638" h="527050">
                <a:moveTo>
                  <a:pt x="264319" y="0"/>
                </a:moveTo>
                <a:cubicBezTo>
                  <a:pt x="410201" y="0"/>
                  <a:pt x="528638" y="118082"/>
                  <a:pt x="528638" y="263525"/>
                </a:cubicBezTo>
                <a:cubicBezTo>
                  <a:pt x="528638" y="408968"/>
                  <a:pt x="410201" y="527050"/>
                  <a:pt x="264319" y="527050"/>
                </a:cubicBezTo>
                <a:cubicBezTo>
                  <a:pt x="118437" y="527050"/>
                  <a:pt x="0" y="408968"/>
                  <a:pt x="0" y="263525"/>
                </a:cubicBezTo>
                <a:cubicBezTo>
                  <a:pt x="0" y="118082"/>
                  <a:pt x="118437" y="0"/>
                  <a:pt x="264319" y="0"/>
                </a:cubicBezTo>
                <a:close/>
              </a:path>
            </a:pathLst>
          </a:custGeom>
          <a:solidFill>
            <a:srgbClr val="F4EBD0"/>
          </a:solidFill>
        </p:spPr>
      </p:sp>
      <p:sp>
        <p:nvSpPr>
          <p:cNvPr id="27" name="Text 25"/>
          <p:cNvSpPr/>
          <p:nvPr/>
        </p:nvSpPr>
        <p:spPr>
          <a:xfrm rot="10800000">
            <a:off x="1149350" y="3316288"/>
            <a:ext cx="528638" cy="5270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723563" y="3060700"/>
            <a:ext cx="153987" cy="152400"/>
          </a:xfrm>
          <a:custGeom>
            <a:avLst/>
            <a:gdLst/>
            <a:ahLst/>
            <a:cxnLst/>
            <a:rect l="l" t="t" r="r" b="b"/>
            <a:pathLst>
              <a:path w="153987" h="152400">
                <a:moveTo>
                  <a:pt x="76994" y="0"/>
                </a:moveTo>
                <a:cubicBezTo>
                  <a:pt x="119487" y="0"/>
                  <a:pt x="153987" y="34144"/>
                  <a:pt x="153987" y="76200"/>
                </a:cubicBezTo>
                <a:cubicBezTo>
                  <a:pt x="153987" y="118256"/>
                  <a:pt x="119487" y="152400"/>
                  <a:pt x="76994" y="152400"/>
                </a:cubicBezTo>
                <a:cubicBezTo>
                  <a:pt x="34500" y="152400"/>
                  <a:pt x="0" y="118256"/>
                  <a:pt x="0" y="76200"/>
                </a:cubicBezTo>
                <a:cubicBezTo>
                  <a:pt x="0" y="34144"/>
                  <a:pt x="34500" y="0"/>
                  <a:pt x="76993" y="0"/>
                </a:cubicBezTo>
                <a:close/>
              </a:path>
            </a:pathLst>
          </a:custGeom>
          <a:solidFill>
            <a:srgbClr val="F4EBD0"/>
          </a:solidFill>
        </p:spPr>
      </p:sp>
      <p:sp>
        <p:nvSpPr>
          <p:cNvPr id="29" name="Text 27"/>
          <p:cNvSpPr/>
          <p:nvPr/>
        </p:nvSpPr>
        <p:spPr>
          <a:xfrm>
            <a:off x="10723563" y="3060700"/>
            <a:ext cx="153987" cy="152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0929938" y="3213100"/>
            <a:ext cx="242887" cy="242888"/>
          </a:xfrm>
          <a:custGeom>
            <a:avLst/>
            <a:gdLst/>
            <a:ahLst/>
            <a:cxnLst/>
            <a:rect l="l" t="t" r="r" b="b"/>
            <a:pathLst>
              <a:path w="242887" h="242888">
                <a:moveTo>
                  <a:pt x="121444" y="0"/>
                </a:moveTo>
                <a:cubicBezTo>
                  <a:pt x="188470" y="0"/>
                  <a:pt x="242887" y="54417"/>
                  <a:pt x="242887" y="121444"/>
                </a:cubicBezTo>
                <a:cubicBezTo>
                  <a:pt x="242887" y="188471"/>
                  <a:pt x="188470" y="242888"/>
                  <a:pt x="121444" y="242888"/>
                </a:cubicBezTo>
                <a:cubicBezTo>
                  <a:pt x="54417" y="242888"/>
                  <a:pt x="0" y="188471"/>
                  <a:pt x="0" y="121444"/>
                </a:cubicBezTo>
                <a:cubicBezTo>
                  <a:pt x="0" y="54417"/>
                  <a:pt x="54417" y="0"/>
                  <a:pt x="121444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31" name="Text 29"/>
          <p:cNvSpPr/>
          <p:nvPr/>
        </p:nvSpPr>
        <p:spPr>
          <a:xfrm>
            <a:off x="10929938" y="3213100"/>
            <a:ext cx="242887" cy="242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855788" y="5219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835DE"/>
          </a:solidFill>
        </p:spPr>
      </p:sp>
      <p:sp>
        <p:nvSpPr>
          <p:cNvPr id="33" name="Text 31"/>
          <p:cNvSpPr/>
          <p:nvPr/>
        </p:nvSpPr>
        <p:spPr>
          <a:xfrm>
            <a:off x="1855788" y="5219700"/>
            <a:ext cx="152400" cy="152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074795" y="2722672"/>
            <a:ext cx="6502400" cy="621030"/>
          </a:xfrm>
          <a:prstGeom prst="rect">
            <a:avLst/>
          </a:prstGeom>
          <a:noFill/>
        </p:spPr>
        <p:txBody>
          <a:bodyPr wrap="square" lIns="95250" tIns="95250" rIns="95250" bIns="95250" rtlCol="0" anchor="b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2800" b="1" dirty="0"/>
              <a:t>视觉算法</a:t>
            </a:r>
            <a:r>
              <a:rPr lang="zh-CN" altLang="en-US" sz="2800" b="1" dirty="0"/>
              <a:t>设计</a:t>
            </a:r>
            <a:endParaRPr lang="zh-CN" altLang="en-US" sz="2800" b="1" dirty="0"/>
          </a:p>
        </p:txBody>
      </p:sp>
      <p:sp>
        <p:nvSpPr>
          <p:cNvPr id="36" name="Shape 34"/>
          <p:cNvSpPr/>
          <p:nvPr/>
        </p:nvSpPr>
        <p:spPr>
          <a:xfrm>
            <a:off x="4092575" y="3556000"/>
            <a:ext cx="6610350" cy="0"/>
          </a:xfrm>
          <a:custGeom>
            <a:avLst/>
            <a:gdLst/>
            <a:ahLst/>
            <a:cxnLst/>
            <a:rect l="l" t="t" r="r" b="b"/>
            <a:pathLst>
              <a:path w="6610350">
                <a:moveTo>
                  <a:pt x="0" y="0"/>
                </a:moveTo>
                <a:lnTo>
                  <a:pt x="6610350" y="0"/>
                </a:lnTo>
              </a:path>
            </a:pathLst>
          </a:custGeom>
          <a:noFill/>
          <a:ln w="9525">
            <a:solidFill>
              <a:srgbClr val="808080"/>
            </a:solidFill>
            <a:prstDash val="dash"/>
            <a:headEnd type="none"/>
            <a:tailEnd type="none"/>
          </a:ln>
        </p:spPr>
      </p:sp>
      <p:sp>
        <p:nvSpPr>
          <p:cNvPr id="39" name="文本框 38"/>
          <p:cNvSpPr txBox="1"/>
          <p:nvPr/>
        </p:nvSpPr>
        <p:spPr>
          <a:xfrm>
            <a:off x="4328160" y="3948430"/>
            <a:ext cx="6005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420000">
            <a:off x="248920" y="166370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520065" h="520065">
                <a:moveTo>
                  <a:pt x="498268" y="249134"/>
                </a:moveTo>
                <a:cubicBezTo>
                  <a:pt x="498268" y="348846"/>
                  <a:pt x="438815" y="438954"/>
                  <a:pt x="347143" y="478181"/>
                </a:cubicBezTo>
                <a:lnTo>
                  <a:pt x="249134" y="249134"/>
                </a:lnTo>
                <a:lnTo>
                  <a:pt x="498268" y="249134"/>
                </a:lnTo>
                <a:close/>
              </a:path>
            </a:pathLst>
          </a:custGeom>
          <a:solidFill>
            <a:srgbClr val="F4EBD0"/>
          </a:solidFill>
        </p:spPr>
      </p:sp>
      <p:sp>
        <p:nvSpPr>
          <p:cNvPr id="3" name="Text 1"/>
          <p:cNvSpPr/>
          <p:nvPr/>
        </p:nvSpPr>
        <p:spPr>
          <a:xfrm rot="21420000">
            <a:off x="248920" y="166370"/>
            <a:ext cx="520065" cy="5200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92405" y="157480"/>
            <a:ext cx="336550" cy="487680"/>
          </a:xfrm>
          <a:custGeom>
            <a:avLst/>
            <a:gdLst/>
            <a:ahLst/>
            <a:cxnLst/>
            <a:rect l="l" t="t" r="r" b="b"/>
            <a:pathLst>
              <a:path w="336550" h="487680">
                <a:moveTo>
                  <a:pt x="113146" y="0"/>
                </a:moveTo>
                <a:lnTo>
                  <a:pt x="322445" y="238989"/>
                </a:lnTo>
                <a:lnTo>
                  <a:pt x="103688" y="467241"/>
                </a:lnTo>
                <a:cubicBezTo>
                  <a:pt x="40008" y="411298"/>
                  <a:pt x="0" y="329218"/>
                  <a:pt x="0" y="237794"/>
                </a:cubicBezTo>
                <a:cubicBezTo>
                  <a:pt x="0" y="141834"/>
                  <a:pt x="44077" y="56167"/>
                  <a:pt x="113146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5" name="Text 3"/>
          <p:cNvSpPr/>
          <p:nvPr/>
        </p:nvSpPr>
        <p:spPr>
          <a:xfrm>
            <a:off x="192405" y="157480"/>
            <a:ext cx="33655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8290" y="191770"/>
            <a:ext cx="440690" cy="440690"/>
          </a:xfrm>
          <a:custGeom>
            <a:avLst/>
            <a:gdLst/>
            <a:ahLst/>
            <a:cxnLst/>
            <a:rect l="l" t="t" r="r" b="b"/>
            <a:pathLst>
              <a:path w="440690" h="440690">
                <a:moveTo>
                  <a:pt x="211110" y="0"/>
                </a:moveTo>
                <a:cubicBezTo>
                  <a:pt x="327625" y="0"/>
                  <a:pt x="422220" y="94595"/>
                  <a:pt x="422220" y="211110"/>
                </a:cubicBezTo>
                <a:cubicBezTo>
                  <a:pt x="422220" y="327625"/>
                  <a:pt x="327625" y="422220"/>
                  <a:pt x="211110" y="422220"/>
                </a:cubicBezTo>
                <a:cubicBezTo>
                  <a:pt x="94595" y="422220"/>
                  <a:pt x="0" y="327625"/>
                  <a:pt x="0" y="211110"/>
                </a:cubicBezTo>
                <a:cubicBezTo>
                  <a:pt x="0" y="94595"/>
                  <a:pt x="94595" y="0"/>
                  <a:pt x="211110" y="0"/>
                </a:cubicBezTo>
                <a:close/>
              </a:path>
            </a:pathLst>
          </a:custGeom>
          <a:solidFill>
            <a:srgbClr val="2835D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290" y="191770"/>
            <a:ext cx="440690" cy="4406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7885" y="190480"/>
            <a:ext cx="10968990" cy="490220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1950" dirty="0"/>
              <a:t>运动系统与路径</a:t>
            </a:r>
            <a:r>
              <a:rPr lang="zh-CN" altLang="en-US" sz="1950" dirty="0"/>
              <a:t>处理</a:t>
            </a:r>
            <a:endParaRPr lang="zh-CN" altLang="en-US" sz="1950" dirty="0"/>
          </a:p>
        </p:txBody>
      </p:sp>
      <p:sp>
        <p:nvSpPr>
          <p:cNvPr id="9" name="Shape 7"/>
          <p:cNvSpPr/>
          <p:nvPr/>
        </p:nvSpPr>
        <p:spPr>
          <a:xfrm rot="13500000" flipH="1">
            <a:off x="1504950" y="2040255"/>
            <a:ext cx="2346960" cy="2345690"/>
          </a:xfrm>
          <a:custGeom>
            <a:avLst/>
            <a:gdLst/>
            <a:ahLst/>
            <a:cxnLst/>
            <a:rect l="l" t="t" r="r" b="b"/>
            <a:pathLst>
              <a:path w="2346960" h="2345690">
                <a:moveTo>
                  <a:pt x="337798" y="2001159"/>
                </a:moveTo>
                <a:lnTo>
                  <a:pt x="341423" y="2004452"/>
                </a:lnTo>
                <a:lnTo>
                  <a:pt x="344717" y="2008075"/>
                </a:lnTo>
                <a:lnTo>
                  <a:pt x="345048" y="2007745"/>
                </a:lnTo>
                <a:lnTo>
                  <a:pt x="421377" y="2077080"/>
                </a:lnTo>
                <a:cubicBezTo>
                  <a:pt x="624822" y="2244886"/>
                  <a:pt x="885642" y="2345690"/>
                  <a:pt x="1170020" y="2345690"/>
                </a:cubicBezTo>
                <a:cubicBezTo>
                  <a:pt x="1820026" y="2345690"/>
                  <a:pt x="2346960" y="1819041"/>
                  <a:pt x="2346960" y="1169387"/>
                </a:cubicBezTo>
                <a:cubicBezTo>
                  <a:pt x="2346960" y="801792"/>
                  <a:pt x="2131735" y="452635"/>
                  <a:pt x="2254721" y="121916"/>
                </a:cubicBezTo>
                <a:lnTo>
                  <a:pt x="2272943" y="80892"/>
                </a:lnTo>
                <a:lnTo>
                  <a:pt x="2290910" y="62935"/>
                </a:lnTo>
                <a:lnTo>
                  <a:pt x="2278467" y="68456"/>
                </a:lnTo>
                <a:lnTo>
                  <a:pt x="2283991" y="56020"/>
                </a:lnTo>
                <a:lnTo>
                  <a:pt x="2266024" y="73977"/>
                </a:lnTo>
                <a:lnTo>
                  <a:pt x="2224978" y="92189"/>
                </a:lnTo>
                <a:cubicBezTo>
                  <a:pt x="1894080" y="215109"/>
                  <a:pt x="1544734" y="0"/>
                  <a:pt x="1176940" y="0"/>
                </a:cubicBezTo>
                <a:cubicBezTo>
                  <a:pt x="526934" y="0"/>
                  <a:pt x="0" y="526649"/>
                  <a:pt x="0" y="1176303"/>
                </a:cubicBezTo>
                <a:cubicBezTo>
                  <a:pt x="0" y="1460527"/>
                  <a:pt x="100859" y="1721206"/>
                  <a:pt x="268756" y="1924541"/>
                </a:cubicBezTo>
                <a:lnTo>
                  <a:pt x="338128" y="2000829"/>
                </a:lnTo>
                <a:close/>
              </a:path>
            </a:pathLst>
          </a:custGeom>
          <a:solidFill>
            <a:srgbClr val="2835DE"/>
          </a:solidFill>
        </p:spPr>
      </p:sp>
      <p:sp>
        <p:nvSpPr>
          <p:cNvPr id="10" name="Text 8"/>
          <p:cNvSpPr/>
          <p:nvPr/>
        </p:nvSpPr>
        <p:spPr>
          <a:xfrm rot="13500000">
            <a:off x="1504950" y="2040255"/>
            <a:ext cx="2346960" cy="23456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03400" y="2413670"/>
            <a:ext cx="1960245" cy="182943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650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03</a:t>
            </a:r>
            <a:endParaRPr lang="en-US" sz="10650" dirty="0"/>
          </a:p>
        </p:txBody>
      </p:sp>
      <p:sp>
        <p:nvSpPr>
          <p:cNvPr id="12" name="Shape 10"/>
          <p:cNvSpPr/>
          <p:nvPr/>
        </p:nvSpPr>
        <p:spPr>
          <a:xfrm rot="10800000">
            <a:off x="703263" y="4094163"/>
            <a:ext cx="463550" cy="463550"/>
          </a:xfrm>
          <a:custGeom>
            <a:avLst/>
            <a:gdLst/>
            <a:ahLst/>
            <a:cxnLst/>
            <a:rect l="l" t="t" r="r" b="b"/>
            <a:pathLst>
              <a:path w="463550" h="463550">
                <a:moveTo>
                  <a:pt x="231775" y="0"/>
                </a:moveTo>
                <a:cubicBezTo>
                  <a:pt x="359695" y="0"/>
                  <a:pt x="463550" y="103855"/>
                  <a:pt x="463550" y="231775"/>
                </a:cubicBezTo>
                <a:cubicBezTo>
                  <a:pt x="463550" y="359695"/>
                  <a:pt x="359695" y="463550"/>
                  <a:pt x="231775" y="463550"/>
                </a:cubicBezTo>
                <a:cubicBezTo>
                  <a:pt x="103855" y="463550"/>
                  <a:pt x="0" y="359695"/>
                  <a:pt x="0" y="231775"/>
                </a:cubicBezTo>
                <a:cubicBezTo>
                  <a:pt x="0" y="103855"/>
                  <a:pt x="103855" y="0"/>
                  <a:pt x="231775" y="0"/>
                </a:cubicBezTo>
                <a:close/>
              </a:path>
            </a:pathLst>
          </a:custGeom>
          <a:solidFill>
            <a:srgbClr val="F4EBD0"/>
          </a:solidFill>
        </p:spPr>
      </p:sp>
      <p:sp>
        <p:nvSpPr>
          <p:cNvPr id="13" name="Text 11"/>
          <p:cNvSpPr/>
          <p:nvPr/>
        </p:nvSpPr>
        <p:spPr>
          <a:xfrm rot="10800000">
            <a:off x="703263" y="4094163"/>
            <a:ext cx="463550" cy="4635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655763" y="4125913"/>
            <a:ext cx="147637" cy="149225"/>
          </a:xfrm>
          <a:custGeom>
            <a:avLst/>
            <a:gdLst/>
            <a:ahLst/>
            <a:cxnLst/>
            <a:rect l="l" t="t" r="r" b="b"/>
            <a:pathLst>
              <a:path w="147637" h="149225">
                <a:moveTo>
                  <a:pt x="73819" y="0"/>
                </a:moveTo>
                <a:cubicBezTo>
                  <a:pt x="114560" y="0"/>
                  <a:pt x="147637" y="33433"/>
                  <a:pt x="147637" y="74613"/>
                </a:cubicBezTo>
                <a:cubicBezTo>
                  <a:pt x="147637" y="115792"/>
                  <a:pt x="114560" y="149225"/>
                  <a:pt x="73819" y="149225"/>
                </a:cubicBezTo>
                <a:cubicBezTo>
                  <a:pt x="33077" y="149225"/>
                  <a:pt x="0" y="115792"/>
                  <a:pt x="0" y="74613"/>
                </a:cubicBezTo>
                <a:cubicBezTo>
                  <a:pt x="0" y="33433"/>
                  <a:pt x="33077" y="0"/>
                  <a:pt x="73819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15" name="Text 13"/>
          <p:cNvSpPr/>
          <p:nvPr/>
        </p:nvSpPr>
        <p:spPr>
          <a:xfrm>
            <a:off x="1655763" y="4125913"/>
            <a:ext cx="147637" cy="1492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508375" y="4362450"/>
            <a:ext cx="242888" cy="242888"/>
          </a:xfrm>
          <a:custGeom>
            <a:avLst/>
            <a:gdLst/>
            <a:ahLst/>
            <a:cxnLst/>
            <a:rect l="l" t="t" r="r" b="b"/>
            <a:pathLst>
              <a:path w="242888" h="242888">
                <a:moveTo>
                  <a:pt x="121444" y="0"/>
                </a:moveTo>
                <a:cubicBezTo>
                  <a:pt x="188471" y="0"/>
                  <a:pt x="242888" y="54417"/>
                  <a:pt x="242888" y="121444"/>
                </a:cubicBezTo>
                <a:cubicBezTo>
                  <a:pt x="242888" y="188471"/>
                  <a:pt x="188471" y="242888"/>
                  <a:pt x="121444" y="242888"/>
                </a:cubicBezTo>
                <a:cubicBezTo>
                  <a:pt x="54417" y="242888"/>
                  <a:pt x="0" y="188471"/>
                  <a:pt x="0" y="121444"/>
                </a:cubicBezTo>
                <a:cubicBezTo>
                  <a:pt x="0" y="54417"/>
                  <a:pt x="54417" y="0"/>
                  <a:pt x="121444" y="0"/>
                </a:cubicBezTo>
                <a:close/>
              </a:path>
            </a:pathLst>
          </a:custGeom>
          <a:solidFill>
            <a:srgbClr val="2835DE"/>
          </a:solidFill>
        </p:spPr>
      </p:sp>
      <p:sp>
        <p:nvSpPr>
          <p:cNvPr id="17" name="Text 15"/>
          <p:cNvSpPr/>
          <p:nvPr/>
        </p:nvSpPr>
        <p:spPr>
          <a:xfrm>
            <a:off x="3508375" y="4362450"/>
            <a:ext cx="242888" cy="242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856038" y="4079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19" name="Text 17"/>
          <p:cNvSpPr/>
          <p:nvPr/>
        </p:nvSpPr>
        <p:spPr>
          <a:xfrm>
            <a:off x="3856038" y="4079875"/>
            <a:ext cx="152400" cy="152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 rot="11040000">
            <a:off x="2898775" y="4818063"/>
            <a:ext cx="387350" cy="387350"/>
          </a:xfrm>
          <a:custGeom>
            <a:avLst/>
            <a:gdLst/>
            <a:ahLst/>
            <a:cxnLst/>
            <a:rect l="l" t="t" r="r" b="b"/>
            <a:pathLst>
              <a:path w="387350" h="387350">
                <a:moveTo>
                  <a:pt x="193675" y="0"/>
                </a:moveTo>
                <a:cubicBezTo>
                  <a:pt x="300567" y="0"/>
                  <a:pt x="387350" y="86783"/>
                  <a:pt x="387350" y="193675"/>
                </a:cubicBezTo>
                <a:cubicBezTo>
                  <a:pt x="387350" y="300567"/>
                  <a:pt x="300567" y="387350"/>
                  <a:pt x="193675" y="387350"/>
                </a:cubicBezTo>
                <a:cubicBezTo>
                  <a:pt x="86783" y="387350"/>
                  <a:pt x="0" y="300567"/>
                  <a:pt x="0" y="193675"/>
                </a:cubicBezTo>
                <a:cubicBezTo>
                  <a:pt x="0" y="86783"/>
                  <a:pt x="86783" y="0"/>
                  <a:pt x="193675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21" name="Text 19"/>
          <p:cNvSpPr/>
          <p:nvPr/>
        </p:nvSpPr>
        <p:spPr>
          <a:xfrm rot="11040000">
            <a:off x="2898775" y="4818063"/>
            <a:ext cx="387350" cy="3873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 rot="11040000">
            <a:off x="2119313" y="4422775"/>
            <a:ext cx="169862" cy="169863"/>
          </a:xfrm>
          <a:custGeom>
            <a:avLst/>
            <a:gdLst/>
            <a:ahLst/>
            <a:cxnLst/>
            <a:rect l="l" t="t" r="r" b="b"/>
            <a:pathLst>
              <a:path w="169862" h="169863">
                <a:moveTo>
                  <a:pt x="84931" y="0"/>
                </a:moveTo>
                <a:cubicBezTo>
                  <a:pt x="131806" y="0"/>
                  <a:pt x="169862" y="38057"/>
                  <a:pt x="169862" y="84932"/>
                </a:cubicBezTo>
                <a:cubicBezTo>
                  <a:pt x="169862" y="131806"/>
                  <a:pt x="131806" y="169863"/>
                  <a:pt x="84931" y="169863"/>
                </a:cubicBezTo>
                <a:cubicBezTo>
                  <a:pt x="38056" y="169863"/>
                  <a:pt x="0" y="131806"/>
                  <a:pt x="0" y="84932"/>
                </a:cubicBezTo>
                <a:cubicBezTo>
                  <a:pt x="0" y="38057"/>
                  <a:pt x="38056" y="0"/>
                  <a:pt x="84931" y="0"/>
                </a:cubicBezTo>
                <a:close/>
              </a:path>
            </a:pathLst>
          </a:custGeom>
          <a:solidFill>
            <a:srgbClr val="F4EBD0"/>
          </a:solidFill>
        </p:spPr>
      </p:sp>
      <p:sp>
        <p:nvSpPr>
          <p:cNvPr id="23" name="Text 21"/>
          <p:cNvSpPr/>
          <p:nvPr/>
        </p:nvSpPr>
        <p:spPr>
          <a:xfrm rot="11040000">
            <a:off x="2119313" y="4422775"/>
            <a:ext cx="169862" cy="16986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09663" y="2378075"/>
            <a:ext cx="344487" cy="344488"/>
          </a:xfrm>
          <a:custGeom>
            <a:avLst/>
            <a:gdLst/>
            <a:ahLst/>
            <a:cxnLst/>
            <a:rect l="l" t="t" r="r" b="b"/>
            <a:pathLst>
              <a:path w="344487" h="344488">
                <a:moveTo>
                  <a:pt x="172244" y="0"/>
                </a:moveTo>
                <a:cubicBezTo>
                  <a:pt x="267307" y="0"/>
                  <a:pt x="344487" y="77180"/>
                  <a:pt x="344487" y="172244"/>
                </a:cubicBezTo>
                <a:cubicBezTo>
                  <a:pt x="344487" y="267308"/>
                  <a:pt x="267307" y="344488"/>
                  <a:pt x="172244" y="344488"/>
                </a:cubicBezTo>
                <a:cubicBezTo>
                  <a:pt x="77180" y="344488"/>
                  <a:pt x="0" y="267308"/>
                  <a:pt x="0" y="172244"/>
                </a:cubicBezTo>
                <a:cubicBezTo>
                  <a:pt x="0" y="77180"/>
                  <a:pt x="77180" y="0"/>
                  <a:pt x="172243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25" name="Text 23"/>
          <p:cNvSpPr/>
          <p:nvPr/>
        </p:nvSpPr>
        <p:spPr>
          <a:xfrm>
            <a:off x="1109663" y="2378075"/>
            <a:ext cx="344487" cy="344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 rot="10800000">
            <a:off x="1149350" y="3316288"/>
            <a:ext cx="528638" cy="527050"/>
          </a:xfrm>
          <a:custGeom>
            <a:avLst/>
            <a:gdLst/>
            <a:ahLst/>
            <a:cxnLst/>
            <a:rect l="l" t="t" r="r" b="b"/>
            <a:pathLst>
              <a:path w="528638" h="527050">
                <a:moveTo>
                  <a:pt x="264319" y="0"/>
                </a:moveTo>
                <a:cubicBezTo>
                  <a:pt x="410201" y="0"/>
                  <a:pt x="528638" y="118082"/>
                  <a:pt x="528638" y="263525"/>
                </a:cubicBezTo>
                <a:cubicBezTo>
                  <a:pt x="528638" y="408968"/>
                  <a:pt x="410201" y="527050"/>
                  <a:pt x="264319" y="527050"/>
                </a:cubicBezTo>
                <a:cubicBezTo>
                  <a:pt x="118437" y="527050"/>
                  <a:pt x="0" y="408968"/>
                  <a:pt x="0" y="263525"/>
                </a:cubicBezTo>
                <a:cubicBezTo>
                  <a:pt x="0" y="118082"/>
                  <a:pt x="118437" y="0"/>
                  <a:pt x="264319" y="0"/>
                </a:cubicBezTo>
                <a:close/>
              </a:path>
            </a:pathLst>
          </a:custGeom>
          <a:solidFill>
            <a:srgbClr val="F4EBD0"/>
          </a:solidFill>
        </p:spPr>
      </p:sp>
      <p:sp>
        <p:nvSpPr>
          <p:cNvPr id="27" name="Text 25"/>
          <p:cNvSpPr/>
          <p:nvPr/>
        </p:nvSpPr>
        <p:spPr>
          <a:xfrm rot="10800000">
            <a:off x="1149350" y="3316288"/>
            <a:ext cx="528638" cy="5270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723563" y="3060700"/>
            <a:ext cx="153987" cy="152400"/>
          </a:xfrm>
          <a:custGeom>
            <a:avLst/>
            <a:gdLst/>
            <a:ahLst/>
            <a:cxnLst/>
            <a:rect l="l" t="t" r="r" b="b"/>
            <a:pathLst>
              <a:path w="153987" h="152400">
                <a:moveTo>
                  <a:pt x="76994" y="0"/>
                </a:moveTo>
                <a:cubicBezTo>
                  <a:pt x="119487" y="0"/>
                  <a:pt x="153987" y="34144"/>
                  <a:pt x="153987" y="76200"/>
                </a:cubicBezTo>
                <a:cubicBezTo>
                  <a:pt x="153987" y="118256"/>
                  <a:pt x="119487" y="152400"/>
                  <a:pt x="76994" y="152400"/>
                </a:cubicBezTo>
                <a:cubicBezTo>
                  <a:pt x="34500" y="152400"/>
                  <a:pt x="0" y="118256"/>
                  <a:pt x="0" y="76200"/>
                </a:cubicBezTo>
                <a:cubicBezTo>
                  <a:pt x="0" y="34144"/>
                  <a:pt x="34500" y="0"/>
                  <a:pt x="76993" y="0"/>
                </a:cubicBezTo>
                <a:close/>
              </a:path>
            </a:pathLst>
          </a:custGeom>
          <a:solidFill>
            <a:srgbClr val="F4EBD0"/>
          </a:solidFill>
        </p:spPr>
      </p:sp>
      <p:sp>
        <p:nvSpPr>
          <p:cNvPr id="29" name="Text 27"/>
          <p:cNvSpPr/>
          <p:nvPr/>
        </p:nvSpPr>
        <p:spPr>
          <a:xfrm>
            <a:off x="10723563" y="3060700"/>
            <a:ext cx="153987" cy="152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0929938" y="3213100"/>
            <a:ext cx="242887" cy="242888"/>
          </a:xfrm>
          <a:custGeom>
            <a:avLst/>
            <a:gdLst/>
            <a:ahLst/>
            <a:cxnLst/>
            <a:rect l="l" t="t" r="r" b="b"/>
            <a:pathLst>
              <a:path w="242887" h="242888">
                <a:moveTo>
                  <a:pt x="121444" y="0"/>
                </a:moveTo>
                <a:cubicBezTo>
                  <a:pt x="188470" y="0"/>
                  <a:pt x="242887" y="54417"/>
                  <a:pt x="242887" y="121444"/>
                </a:cubicBezTo>
                <a:cubicBezTo>
                  <a:pt x="242887" y="188471"/>
                  <a:pt x="188470" y="242888"/>
                  <a:pt x="121444" y="242888"/>
                </a:cubicBezTo>
                <a:cubicBezTo>
                  <a:pt x="54417" y="242888"/>
                  <a:pt x="0" y="188471"/>
                  <a:pt x="0" y="121444"/>
                </a:cubicBezTo>
                <a:cubicBezTo>
                  <a:pt x="0" y="54417"/>
                  <a:pt x="54417" y="0"/>
                  <a:pt x="121444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31" name="Text 29"/>
          <p:cNvSpPr/>
          <p:nvPr/>
        </p:nvSpPr>
        <p:spPr>
          <a:xfrm>
            <a:off x="10929938" y="3213100"/>
            <a:ext cx="242887" cy="242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855788" y="5219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835DE"/>
          </a:solidFill>
        </p:spPr>
      </p:sp>
      <p:sp>
        <p:nvSpPr>
          <p:cNvPr id="33" name="Text 31"/>
          <p:cNvSpPr/>
          <p:nvPr/>
        </p:nvSpPr>
        <p:spPr>
          <a:xfrm>
            <a:off x="1855788" y="5219700"/>
            <a:ext cx="152400" cy="152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074795" y="2722672"/>
            <a:ext cx="6502400" cy="621030"/>
          </a:xfrm>
          <a:prstGeom prst="rect">
            <a:avLst/>
          </a:prstGeom>
          <a:noFill/>
        </p:spPr>
        <p:txBody>
          <a:bodyPr wrap="square" lIns="95250" tIns="95250" rIns="95250" bIns="95250" rtlCol="0" anchor="b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2800" b="1" dirty="0"/>
              <a:t>循迹算法与路径深度求索</a:t>
            </a:r>
            <a:r>
              <a:rPr lang="zh-CN" altLang="en-US" sz="2800" b="1" dirty="0"/>
              <a:t>算法</a:t>
            </a:r>
            <a:endParaRPr lang="zh-CN" altLang="en-US" sz="2800" b="1" dirty="0"/>
          </a:p>
        </p:txBody>
      </p:sp>
      <p:sp>
        <p:nvSpPr>
          <p:cNvPr id="36" name="Shape 34"/>
          <p:cNvSpPr/>
          <p:nvPr/>
        </p:nvSpPr>
        <p:spPr>
          <a:xfrm>
            <a:off x="4092575" y="3556000"/>
            <a:ext cx="6610350" cy="0"/>
          </a:xfrm>
          <a:custGeom>
            <a:avLst/>
            <a:gdLst/>
            <a:ahLst/>
            <a:cxnLst/>
            <a:rect l="l" t="t" r="r" b="b"/>
            <a:pathLst>
              <a:path w="6610350">
                <a:moveTo>
                  <a:pt x="0" y="0"/>
                </a:moveTo>
                <a:lnTo>
                  <a:pt x="6610350" y="0"/>
                </a:lnTo>
              </a:path>
            </a:pathLst>
          </a:custGeom>
          <a:noFill/>
          <a:ln w="9525">
            <a:solidFill>
              <a:srgbClr val="808080"/>
            </a:solidFill>
            <a:prstDash val="dash"/>
            <a:headEnd type="none"/>
            <a:tailEnd type="non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420000">
            <a:off x="248920" y="166370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520065" h="520065">
                <a:moveTo>
                  <a:pt x="498268" y="249134"/>
                </a:moveTo>
                <a:cubicBezTo>
                  <a:pt x="498268" y="348846"/>
                  <a:pt x="438815" y="438954"/>
                  <a:pt x="347143" y="478181"/>
                </a:cubicBezTo>
                <a:lnTo>
                  <a:pt x="249134" y="249134"/>
                </a:lnTo>
                <a:lnTo>
                  <a:pt x="498268" y="249134"/>
                </a:lnTo>
                <a:close/>
              </a:path>
            </a:pathLst>
          </a:custGeom>
          <a:solidFill>
            <a:srgbClr val="F4EBD0"/>
          </a:solidFill>
        </p:spPr>
      </p:sp>
      <p:sp>
        <p:nvSpPr>
          <p:cNvPr id="3" name="Text 1"/>
          <p:cNvSpPr/>
          <p:nvPr/>
        </p:nvSpPr>
        <p:spPr>
          <a:xfrm rot="21420000">
            <a:off x="248920" y="166370"/>
            <a:ext cx="520065" cy="5200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92405" y="157480"/>
            <a:ext cx="336550" cy="487680"/>
          </a:xfrm>
          <a:custGeom>
            <a:avLst/>
            <a:gdLst/>
            <a:ahLst/>
            <a:cxnLst/>
            <a:rect l="l" t="t" r="r" b="b"/>
            <a:pathLst>
              <a:path w="336550" h="487680">
                <a:moveTo>
                  <a:pt x="113146" y="0"/>
                </a:moveTo>
                <a:lnTo>
                  <a:pt x="322445" y="238989"/>
                </a:lnTo>
                <a:lnTo>
                  <a:pt x="103688" y="467241"/>
                </a:lnTo>
                <a:cubicBezTo>
                  <a:pt x="40008" y="411298"/>
                  <a:pt x="0" y="329218"/>
                  <a:pt x="0" y="237794"/>
                </a:cubicBezTo>
                <a:cubicBezTo>
                  <a:pt x="0" y="141834"/>
                  <a:pt x="44077" y="56167"/>
                  <a:pt x="113146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5" name="Text 3"/>
          <p:cNvSpPr/>
          <p:nvPr/>
        </p:nvSpPr>
        <p:spPr>
          <a:xfrm>
            <a:off x="192405" y="157480"/>
            <a:ext cx="33655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8290" y="191770"/>
            <a:ext cx="440690" cy="440690"/>
          </a:xfrm>
          <a:custGeom>
            <a:avLst/>
            <a:gdLst/>
            <a:ahLst/>
            <a:cxnLst/>
            <a:rect l="l" t="t" r="r" b="b"/>
            <a:pathLst>
              <a:path w="440690" h="440690">
                <a:moveTo>
                  <a:pt x="211110" y="0"/>
                </a:moveTo>
                <a:cubicBezTo>
                  <a:pt x="327625" y="0"/>
                  <a:pt x="422220" y="94595"/>
                  <a:pt x="422220" y="211110"/>
                </a:cubicBezTo>
                <a:cubicBezTo>
                  <a:pt x="422220" y="327625"/>
                  <a:pt x="327625" y="422220"/>
                  <a:pt x="211110" y="422220"/>
                </a:cubicBezTo>
                <a:cubicBezTo>
                  <a:pt x="94595" y="422220"/>
                  <a:pt x="0" y="327625"/>
                  <a:pt x="0" y="211110"/>
                </a:cubicBezTo>
                <a:cubicBezTo>
                  <a:pt x="0" y="94595"/>
                  <a:pt x="94595" y="0"/>
                  <a:pt x="211110" y="0"/>
                </a:cubicBezTo>
                <a:close/>
              </a:path>
            </a:pathLst>
          </a:custGeom>
          <a:solidFill>
            <a:srgbClr val="2835D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290" y="191770"/>
            <a:ext cx="440690" cy="4406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7885" y="190480"/>
            <a:ext cx="10968990" cy="490220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altLang="zh-CN" sz="1950" dirty="0"/>
              <a:t>IC</a:t>
            </a:r>
            <a:r>
              <a:rPr lang="zh-CN" altLang="en-US" sz="1950" dirty="0"/>
              <a:t>卡读取与</a:t>
            </a:r>
            <a:r>
              <a:rPr lang="en-US" altLang="zh-CN" sz="1950" dirty="0"/>
              <a:t>EPROM</a:t>
            </a:r>
            <a:r>
              <a:rPr lang="zh-CN" altLang="en-US" sz="1950" dirty="0"/>
              <a:t>存储器</a:t>
            </a:r>
            <a:endParaRPr lang="zh-CN" altLang="en-US" sz="1950" dirty="0"/>
          </a:p>
        </p:txBody>
      </p:sp>
      <p:sp>
        <p:nvSpPr>
          <p:cNvPr id="9" name="Shape 7"/>
          <p:cNvSpPr/>
          <p:nvPr/>
        </p:nvSpPr>
        <p:spPr>
          <a:xfrm rot="13500000" flipH="1">
            <a:off x="1504950" y="2040255"/>
            <a:ext cx="2346960" cy="2345690"/>
          </a:xfrm>
          <a:custGeom>
            <a:avLst/>
            <a:gdLst/>
            <a:ahLst/>
            <a:cxnLst/>
            <a:rect l="l" t="t" r="r" b="b"/>
            <a:pathLst>
              <a:path w="2346960" h="2345690">
                <a:moveTo>
                  <a:pt x="337798" y="2001159"/>
                </a:moveTo>
                <a:lnTo>
                  <a:pt x="341423" y="2004452"/>
                </a:lnTo>
                <a:lnTo>
                  <a:pt x="344717" y="2008075"/>
                </a:lnTo>
                <a:lnTo>
                  <a:pt x="345048" y="2007745"/>
                </a:lnTo>
                <a:lnTo>
                  <a:pt x="421377" y="2077080"/>
                </a:lnTo>
                <a:cubicBezTo>
                  <a:pt x="624822" y="2244886"/>
                  <a:pt x="885642" y="2345690"/>
                  <a:pt x="1170020" y="2345690"/>
                </a:cubicBezTo>
                <a:cubicBezTo>
                  <a:pt x="1820026" y="2345690"/>
                  <a:pt x="2346960" y="1819041"/>
                  <a:pt x="2346960" y="1169387"/>
                </a:cubicBezTo>
                <a:cubicBezTo>
                  <a:pt x="2346960" y="801792"/>
                  <a:pt x="2131735" y="452635"/>
                  <a:pt x="2254721" y="121916"/>
                </a:cubicBezTo>
                <a:lnTo>
                  <a:pt x="2272943" y="80892"/>
                </a:lnTo>
                <a:lnTo>
                  <a:pt x="2290910" y="62935"/>
                </a:lnTo>
                <a:lnTo>
                  <a:pt x="2278467" y="68456"/>
                </a:lnTo>
                <a:lnTo>
                  <a:pt x="2283991" y="56020"/>
                </a:lnTo>
                <a:lnTo>
                  <a:pt x="2266024" y="73977"/>
                </a:lnTo>
                <a:lnTo>
                  <a:pt x="2224978" y="92189"/>
                </a:lnTo>
                <a:cubicBezTo>
                  <a:pt x="1894080" y="215109"/>
                  <a:pt x="1544734" y="0"/>
                  <a:pt x="1176940" y="0"/>
                </a:cubicBezTo>
                <a:cubicBezTo>
                  <a:pt x="526934" y="0"/>
                  <a:pt x="0" y="526649"/>
                  <a:pt x="0" y="1176303"/>
                </a:cubicBezTo>
                <a:cubicBezTo>
                  <a:pt x="0" y="1460527"/>
                  <a:pt x="100859" y="1721206"/>
                  <a:pt x="268756" y="1924541"/>
                </a:cubicBezTo>
                <a:lnTo>
                  <a:pt x="338128" y="2000829"/>
                </a:lnTo>
                <a:close/>
              </a:path>
            </a:pathLst>
          </a:custGeom>
          <a:solidFill>
            <a:srgbClr val="2835DE"/>
          </a:solidFill>
        </p:spPr>
      </p:sp>
      <p:sp>
        <p:nvSpPr>
          <p:cNvPr id="10" name="Text 8"/>
          <p:cNvSpPr/>
          <p:nvPr/>
        </p:nvSpPr>
        <p:spPr>
          <a:xfrm rot="13500000">
            <a:off x="1504950" y="2040255"/>
            <a:ext cx="2346960" cy="23456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03400" y="2413670"/>
            <a:ext cx="1960245" cy="182943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650" dirty="0">
                <a:solidFill>
                  <a:schemeClr val="bg1"/>
                </a:solidFill>
              </a:rPr>
              <a:t>04</a:t>
            </a:r>
            <a:endParaRPr lang="en-US" sz="1065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 rot="10800000">
            <a:off x="703263" y="4094163"/>
            <a:ext cx="463550" cy="463550"/>
          </a:xfrm>
          <a:custGeom>
            <a:avLst/>
            <a:gdLst/>
            <a:ahLst/>
            <a:cxnLst/>
            <a:rect l="l" t="t" r="r" b="b"/>
            <a:pathLst>
              <a:path w="463550" h="463550">
                <a:moveTo>
                  <a:pt x="231775" y="0"/>
                </a:moveTo>
                <a:cubicBezTo>
                  <a:pt x="359695" y="0"/>
                  <a:pt x="463550" y="103855"/>
                  <a:pt x="463550" y="231775"/>
                </a:cubicBezTo>
                <a:cubicBezTo>
                  <a:pt x="463550" y="359695"/>
                  <a:pt x="359695" y="463550"/>
                  <a:pt x="231775" y="463550"/>
                </a:cubicBezTo>
                <a:cubicBezTo>
                  <a:pt x="103855" y="463550"/>
                  <a:pt x="0" y="359695"/>
                  <a:pt x="0" y="231775"/>
                </a:cubicBezTo>
                <a:cubicBezTo>
                  <a:pt x="0" y="103855"/>
                  <a:pt x="103855" y="0"/>
                  <a:pt x="231775" y="0"/>
                </a:cubicBezTo>
                <a:close/>
              </a:path>
            </a:pathLst>
          </a:custGeom>
          <a:solidFill>
            <a:srgbClr val="F4EBD0"/>
          </a:solidFill>
        </p:spPr>
      </p:sp>
      <p:sp>
        <p:nvSpPr>
          <p:cNvPr id="13" name="Text 11"/>
          <p:cNvSpPr/>
          <p:nvPr/>
        </p:nvSpPr>
        <p:spPr>
          <a:xfrm rot="10800000">
            <a:off x="703263" y="4094163"/>
            <a:ext cx="463550" cy="4635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655763" y="4125913"/>
            <a:ext cx="147637" cy="149225"/>
          </a:xfrm>
          <a:custGeom>
            <a:avLst/>
            <a:gdLst/>
            <a:ahLst/>
            <a:cxnLst/>
            <a:rect l="l" t="t" r="r" b="b"/>
            <a:pathLst>
              <a:path w="147637" h="149225">
                <a:moveTo>
                  <a:pt x="73819" y="0"/>
                </a:moveTo>
                <a:cubicBezTo>
                  <a:pt x="114560" y="0"/>
                  <a:pt x="147637" y="33433"/>
                  <a:pt x="147637" y="74613"/>
                </a:cubicBezTo>
                <a:cubicBezTo>
                  <a:pt x="147637" y="115792"/>
                  <a:pt x="114560" y="149225"/>
                  <a:pt x="73819" y="149225"/>
                </a:cubicBezTo>
                <a:cubicBezTo>
                  <a:pt x="33077" y="149225"/>
                  <a:pt x="0" y="115792"/>
                  <a:pt x="0" y="74613"/>
                </a:cubicBezTo>
                <a:cubicBezTo>
                  <a:pt x="0" y="33433"/>
                  <a:pt x="33077" y="0"/>
                  <a:pt x="73819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15" name="Text 13"/>
          <p:cNvSpPr/>
          <p:nvPr/>
        </p:nvSpPr>
        <p:spPr>
          <a:xfrm>
            <a:off x="1655763" y="4125913"/>
            <a:ext cx="147637" cy="1492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508375" y="4362450"/>
            <a:ext cx="242888" cy="242888"/>
          </a:xfrm>
          <a:custGeom>
            <a:avLst/>
            <a:gdLst/>
            <a:ahLst/>
            <a:cxnLst/>
            <a:rect l="l" t="t" r="r" b="b"/>
            <a:pathLst>
              <a:path w="242888" h="242888">
                <a:moveTo>
                  <a:pt x="121444" y="0"/>
                </a:moveTo>
                <a:cubicBezTo>
                  <a:pt x="188471" y="0"/>
                  <a:pt x="242888" y="54417"/>
                  <a:pt x="242888" y="121444"/>
                </a:cubicBezTo>
                <a:cubicBezTo>
                  <a:pt x="242888" y="188471"/>
                  <a:pt x="188471" y="242888"/>
                  <a:pt x="121444" y="242888"/>
                </a:cubicBezTo>
                <a:cubicBezTo>
                  <a:pt x="54417" y="242888"/>
                  <a:pt x="0" y="188471"/>
                  <a:pt x="0" y="121444"/>
                </a:cubicBezTo>
                <a:cubicBezTo>
                  <a:pt x="0" y="54417"/>
                  <a:pt x="54417" y="0"/>
                  <a:pt x="121444" y="0"/>
                </a:cubicBezTo>
                <a:close/>
              </a:path>
            </a:pathLst>
          </a:custGeom>
          <a:solidFill>
            <a:srgbClr val="2835DE"/>
          </a:solidFill>
        </p:spPr>
      </p:sp>
      <p:sp>
        <p:nvSpPr>
          <p:cNvPr id="17" name="Text 15"/>
          <p:cNvSpPr/>
          <p:nvPr/>
        </p:nvSpPr>
        <p:spPr>
          <a:xfrm>
            <a:off x="3508375" y="4362450"/>
            <a:ext cx="242888" cy="242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856038" y="4079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19" name="Text 17"/>
          <p:cNvSpPr/>
          <p:nvPr/>
        </p:nvSpPr>
        <p:spPr>
          <a:xfrm>
            <a:off x="3856038" y="4079875"/>
            <a:ext cx="152400" cy="152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 rot="11040000">
            <a:off x="2898775" y="4818063"/>
            <a:ext cx="387350" cy="387350"/>
          </a:xfrm>
          <a:custGeom>
            <a:avLst/>
            <a:gdLst/>
            <a:ahLst/>
            <a:cxnLst/>
            <a:rect l="l" t="t" r="r" b="b"/>
            <a:pathLst>
              <a:path w="387350" h="387350">
                <a:moveTo>
                  <a:pt x="193675" y="0"/>
                </a:moveTo>
                <a:cubicBezTo>
                  <a:pt x="300567" y="0"/>
                  <a:pt x="387350" y="86783"/>
                  <a:pt x="387350" y="193675"/>
                </a:cubicBezTo>
                <a:cubicBezTo>
                  <a:pt x="387350" y="300567"/>
                  <a:pt x="300567" y="387350"/>
                  <a:pt x="193675" y="387350"/>
                </a:cubicBezTo>
                <a:cubicBezTo>
                  <a:pt x="86783" y="387350"/>
                  <a:pt x="0" y="300567"/>
                  <a:pt x="0" y="193675"/>
                </a:cubicBezTo>
                <a:cubicBezTo>
                  <a:pt x="0" y="86783"/>
                  <a:pt x="86783" y="0"/>
                  <a:pt x="193675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21" name="Text 19"/>
          <p:cNvSpPr/>
          <p:nvPr/>
        </p:nvSpPr>
        <p:spPr>
          <a:xfrm rot="11040000">
            <a:off x="2898775" y="4818063"/>
            <a:ext cx="387350" cy="3873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 rot="11040000">
            <a:off x="2119313" y="4422775"/>
            <a:ext cx="169862" cy="169863"/>
          </a:xfrm>
          <a:custGeom>
            <a:avLst/>
            <a:gdLst/>
            <a:ahLst/>
            <a:cxnLst/>
            <a:rect l="l" t="t" r="r" b="b"/>
            <a:pathLst>
              <a:path w="169862" h="169863">
                <a:moveTo>
                  <a:pt x="84931" y="0"/>
                </a:moveTo>
                <a:cubicBezTo>
                  <a:pt x="131806" y="0"/>
                  <a:pt x="169862" y="38057"/>
                  <a:pt x="169862" y="84932"/>
                </a:cubicBezTo>
                <a:cubicBezTo>
                  <a:pt x="169862" y="131806"/>
                  <a:pt x="131806" y="169863"/>
                  <a:pt x="84931" y="169863"/>
                </a:cubicBezTo>
                <a:cubicBezTo>
                  <a:pt x="38056" y="169863"/>
                  <a:pt x="0" y="131806"/>
                  <a:pt x="0" y="84932"/>
                </a:cubicBezTo>
                <a:cubicBezTo>
                  <a:pt x="0" y="38057"/>
                  <a:pt x="38056" y="0"/>
                  <a:pt x="84931" y="0"/>
                </a:cubicBezTo>
                <a:close/>
              </a:path>
            </a:pathLst>
          </a:custGeom>
          <a:solidFill>
            <a:srgbClr val="F4EBD0"/>
          </a:solidFill>
        </p:spPr>
      </p:sp>
      <p:sp>
        <p:nvSpPr>
          <p:cNvPr id="23" name="Text 21"/>
          <p:cNvSpPr/>
          <p:nvPr/>
        </p:nvSpPr>
        <p:spPr>
          <a:xfrm rot="11040000">
            <a:off x="2119313" y="4422775"/>
            <a:ext cx="169862" cy="16986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09663" y="2378075"/>
            <a:ext cx="344487" cy="344488"/>
          </a:xfrm>
          <a:custGeom>
            <a:avLst/>
            <a:gdLst/>
            <a:ahLst/>
            <a:cxnLst/>
            <a:rect l="l" t="t" r="r" b="b"/>
            <a:pathLst>
              <a:path w="344487" h="344488">
                <a:moveTo>
                  <a:pt x="172244" y="0"/>
                </a:moveTo>
                <a:cubicBezTo>
                  <a:pt x="267307" y="0"/>
                  <a:pt x="344487" y="77180"/>
                  <a:pt x="344487" y="172244"/>
                </a:cubicBezTo>
                <a:cubicBezTo>
                  <a:pt x="344487" y="267308"/>
                  <a:pt x="267307" y="344488"/>
                  <a:pt x="172244" y="344488"/>
                </a:cubicBezTo>
                <a:cubicBezTo>
                  <a:pt x="77180" y="344488"/>
                  <a:pt x="0" y="267308"/>
                  <a:pt x="0" y="172244"/>
                </a:cubicBezTo>
                <a:cubicBezTo>
                  <a:pt x="0" y="77180"/>
                  <a:pt x="77180" y="0"/>
                  <a:pt x="172243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25" name="Text 23"/>
          <p:cNvSpPr/>
          <p:nvPr/>
        </p:nvSpPr>
        <p:spPr>
          <a:xfrm>
            <a:off x="1109663" y="2378075"/>
            <a:ext cx="344487" cy="344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 rot="10800000">
            <a:off x="1149350" y="3316288"/>
            <a:ext cx="528638" cy="527050"/>
          </a:xfrm>
          <a:custGeom>
            <a:avLst/>
            <a:gdLst/>
            <a:ahLst/>
            <a:cxnLst/>
            <a:rect l="l" t="t" r="r" b="b"/>
            <a:pathLst>
              <a:path w="528638" h="527050">
                <a:moveTo>
                  <a:pt x="264319" y="0"/>
                </a:moveTo>
                <a:cubicBezTo>
                  <a:pt x="410201" y="0"/>
                  <a:pt x="528638" y="118082"/>
                  <a:pt x="528638" y="263525"/>
                </a:cubicBezTo>
                <a:cubicBezTo>
                  <a:pt x="528638" y="408968"/>
                  <a:pt x="410201" y="527050"/>
                  <a:pt x="264319" y="527050"/>
                </a:cubicBezTo>
                <a:cubicBezTo>
                  <a:pt x="118437" y="527050"/>
                  <a:pt x="0" y="408968"/>
                  <a:pt x="0" y="263525"/>
                </a:cubicBezTo>
                <a:cubicBezTo>
                  <a:pt x="0" y="118082"/>
                  <a:pt x="118437" y="0"/>
                  <a:pt x="264319" y="0"/>
                </a:cubicBezTo>
                <a:close/>
              </a:path>
            </a:pathLst>
          </a:custGeom>
          <a:solidFill>
            <a:srgbClr val="F4EBD0"/>
          </a:solidFill>
        </p:spPr>
      </p:sp>
      <p:sp>
        <p:nvSpPr>
          <p:cNvPr id="27" name="Text 25"/>
          <p:cNvSpPr/>
          <p:nvPr/>
        </p:nvSpPr>
        <p:spPr>
          <a:xfrm rot="10800000">
            <a:off x="1149350" y="3316288"/>
            <a:ext cx="528638" cy="5270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723563" y="3060700"/>
            <a:ext cx="153987" cy="152400"/>
          </a:xfrm>
          <a:custGeom>
            <a:avLst/>
            <a:gdLst/>
            <a:ahLst/>
            <a:cxnLst/>
            <a:rect l="l" t="t" r="r" b="b"/>
            <a:pathLst>
              <a:path w="153987" h="152400">
                <a:moveTo>
                  <a:pt x="76994" y="0"/>
                </a:moveTo>
                <a:cubicBezTo>
                  <a:pt x="119487" y="0"/>
                  <a:pt x="153987" y="34144"/>
                  <a:pt x="153987" y="76200"/>
                </a:cubicBezTo>
                <a:cubicBezTo>
                  <a:pt x="153987" y="118256"/>
                  <a:pt x="119487" y="152400"/>
                  <a:pt x="76994" y="152400"/>
                </a:cubicBezTo>
                <a:cubicBezTo>
                  <a:pt x="34500" y="152400"/>
                  <a:pt x="0" y="118256"/>
                  <a:pt x="0" y="76200"/>
                </a:cubicBezTo>
                <a:cubicBezTo>
                  <a:pt x="0" y="34144"/>
                  <a:pt x="34500" y="0"/>
                  <a:pt x="76993" y="0"/>
                </a:cubicBezTo>
                <a:close/>
              </a:path>
            </a:pathLst>
          </a:custGeom>
          <a:solidFill>
            <a:srgbClr val="F4EBD0"/>
          </a:solidFill>
        </p:spPr>
      </p:sp>
      <p:sp>
        <p:nvSpPr>
          <p:cNvPr id="29" name="Text 27"/>
          <p:cNvSpPr/>
          <p:nvPr/>
        </p:nvSpPr>
        <p:spPr>
          <a:xfrm>
            <a:off x="10723563" y="3060700"/>
            <a:ext cx="153987" cy="152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0929938" y="3213100"/>
            <a:ext cx="242887" cy="242888"/>
          </a:xfrm>
          <a:custGeom>
            <a:avLst/>
            <a:gdLst/>
            <a:ahLst/>
            <a:cxnLst/>
            <a:rect l="l" t="t" r="r" b="b"/>
            <a:pathLst>
              <a:path w="242887" h="242888">
                <a:moveTo>
                  <a:pt x="121444" y="0"/>
                </a:moveTo>
                <a:cubicBezTo>
                  <a:pt x="188470" y="0"/>
                  <a:pt x="242887" y="54417"/>
                  <a:pt x="242887" y="121444"/>
                </a:cubicBezTo>
                <a:cubicBezTo>
                  <a:pt x="242887" y="188471"/>
                  <a:pt x="188470" y="242888"/>
                  <a:pt x="121444" y="242888"/>
                </a:cubicBezTo>
                <a:cubicBezTo>
                  <a:pt x="54417" y="242888"/>
                  <a:pt x="0" y="188471"/>
                  <a:pt x="0" y="121444"/>
                </a:cubicBezTo>
                <a:cubicBezTo>
                  <a:pt x="0" y="54417"/>
                  <a:pt x="54417" y="0"/>
                  <a:pt x="121444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31" name="Text 29"/>
          <p:cNvSpPr/>
          <p:nvPr/>
        </p:nvSpPr>
        <p:spPr>
          <a:xfrm>
            <a:off x="10929938" y="3213100"/>
            <a:ext cx="242887" cy="242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855788" y="5219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835DE"/>
          </a:solidFill>
        </p:spPr>
      </p:sp>
      <p:sp>
        <p:nvSpPr>
          <p:cNvPr id="33" name="Text 31"/>
          <p:cNvSpPr/>
          <p:nvPr/>
        </p:nvSpPr>
        <p:spPr>
          <a:xfrm>
            <a:off x="1855788" y="5219700"/>
            <a:ext cx="152400" cy="152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074795" y="2722672"/>
            <a:ext cx="6502400" cy="621030"/>
          </a:xfrm>
          <a:prstGeom prst="rect">
            <a:avLst/>
          </a:prstGeom>
          <a:noFill/>
        </p:spPr>
        <p:txBody>
          <a:bodyPr wrap="square" lIns="95250" tIns="95250" rIns="95250" bIns="95250" rtlCol="0" anchor="b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altLang="zh-CN" sz="2800" b="1" dirty="0"/>
              <a:t>IC</a:t>
            </a:r>
            <a:r>
              <a:rPr lang="zh-CN" altLang="en-US" sz="2800" b="1" dirty="0"/>
              <a:t>卡读取方式与</a:t>
            </a:r>
            <a:r>
              <a:rPr lang="en-US" altLang="zh-CN" sz="2800" b="1" dirty="0"/>
              <a:t>EPROM</a:t>
            </a:r>
            <a:r>
              <a:rPr lang="zh-CN" altLang="en-US" sz="2800" b="1" dirty="0"/>
              <a:t>存储器</a:t>
            </a:r>
            <a:endParaRPr lang="zh-CN" altLang="en-US" sz="2800" b="1" dirty="0"/>
          </a:p>
        </p:txBody>
      </p:sp>
      <p:sp>
        <p:nvSpPr>
          <p:cNvPr id="36" name="Shape 34"/>
          <p:cNvSpPr/>
          <p:nvPr/>
        </p:nvSpPr>
        <p:spPr>
          <a:xfrm>
            <a:off x="4092575" y="3556000"/>
            <a:ext cx="6610350" cy="0"/>
          </a:xfrm>
          <a:custGeom>
            <a:avLst/>
            <a:gdLst/>
            <a:ahLst/>
            <a:cxnLst/>
            <a:rect l="l" t="t" r="r" b="b"/>
            <a:pathLst>
              <a:path w="6610350">
                <a:moveTo>
                  <a:pt x="0" y="0"/>
                </a:moveTo>
                <a:lnTo>
                  <a:pt x="6610350" y="0"/>
                </a:lnTo>
              </a:path>
            </a:pathLst>
          </a:custGeom>
          <a:noFill/>
          <a:ln w="9525">
            <a:solidFill>
              <a:srgbClr val="808080"/>
            </a:solidFill>
            <a:prstDash val="dash"/>
            <a:headEnd type="none"/>
            <a:tailEnd type="non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1503">
            <a:off x="6691881" y="2763267"/>
            <a:ext cx="3608317" cy="4006306"/>
          </a:xfrm>
          <a:custGeom>
            <a:avLst/>
            <a:gdLst/>
            <a:ahLst/>
            <a:cxnLst/>
            <a:rect l="l" t="t" r="r" b="b"/>
            <a:pathLst>
              <a:path w="3608317" h="4006306">
                <a:moveTo>
                  <a:pt x="3457089" y="1919199"/>
                </a:moveTo>
                <a:cubicBezTo>
                  <a:pt x="3457089" y="2687329"/>
                  <a:pt x="3044588" y="3381471"/>
                  <a:pt x="2408546" y="3683651"/>
                </a:cubicBezTo>
                <a:lnTo>
                  <a:pt x="1728545" y="1919199"/>
                </a:lnTo>
                <a:lnTo>
                  <a:pt x="3457089" y="1919199"/>
                </a:lnTo>
                <a:close/>
              </a:path>
            </a:pathLst>
          </a:custGeom>
          <a:solidFill>
            <a:srgbClr val="F4EBD0"/>
          </a:solidFill>
        </p:spPr>
      </p:sp>
      <p:sp>
        <p:nvSpPr>
          <p:cNvPr id="3" name="Text 1"/>
          <p:cNvSpPr/>
          <p:nvPr/>
        </p:nvSpPr>
        <p:spPr>
          <a:xfrm rot="-301503">
            <a:off x="6691881" y="2763267"/>
            <a:ext cx="3608317" cy="400630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775777" y="699688"/>
            <a:ext cx="4747579" cy="6372536"/>
          </a:xfrm>
          <a:custGeom>
            <a:avLst/>
            <a:gdLst/>
            <a:ahLst/>
            <a:cxnLst/>
            <a:rect l="l" t="t" r="r" b="b"/>
            <a:pathLst>
              <a:path w="4747579" h="6372536">
                <a:moveTo>
                  <a:pt x="1596103" y="0"/>
                </a:moveTo>
                <a:lnTo>
                  <a:pt x="4548602" y="3122879"/>
                </a:lnTo>
                <a:lnTo>
                  <a:pt x="1462685" y="6105456"/>
                </a:lnTo>
                <a:cubicBezTo>
                  <a:pt x="564378" y="5374452"/>
                  <a:pt x="0" y="4301907"/>
                  <a:pt x="0" y="3107269"/>
                </a:cubicBezTo>
                <a:cubicBezTo>
                  <a:pt x="0" y="1853349"/>
                  <a:pt x="621780" y="733941"/>
                  <a:pt x="1596103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5" name="Text 3"/>
          <p:cNvSpPr/>
          <p:nvPr/>
        </p:nvSpPr>
        <p:spPr>
          <a:xfrm>
            <a:off x="1775777" y="699688"/>
            <a:ext cx="4747579" cy="63725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02379" y="-115075"/>
            <a:ext cx="7787243" cy="7787243"/>
          </a:xfrm>
          <a:custGeom>
            <a:avLst/>
            <a:gdLst/>
            <a:ahLst/>
            <a:cxnLst/>
            <a:rect l="l" t="t" r="r" b="b"/>
            <a:pathLst>
              <a:path w="7787243" h="7787243">
                <a:moveTo>
                  <a:pt x="3893621" y="0"/>
                </a:moveTo>
                <a:cubicBezTo>
                  <a:pt x="6042570" y="0"/>
                  <a:pt x="7787243" y="1744673"/>
                  <a:pt x="7787243" y="3893621"/>
                </a:cubicBezTo>
                <a:cubicBezTo>
                  <a:pt x="7787243" y="6042570"/>
                  <a:pt x="6042570" y="7787243"/>
                  <a:pt x="3893621" y="7787243"/>
                </a:cubicBezTo>
                <a:cubicBezTo>
                  <a:pt x="1744673" y="7787243"/>
                  <a:pt x="0" y="6042570"/>
                  <a:pt x="0" y="3893621"/>
                </a:cubicBezTo>
                <a:cubicBezTo>
                  <a:pt x="0" y="1744673"/>
                  <a:pt x="1744673" y="0"/>
                  <a:pt x="3893621" y="0"/>
                </a:cubicBezTo>
                <a:close/>
              </a:path>
            </a:pathLst>
          </a:custGeom>
          <a:solidFill>
            <a:srgbClr val="F4F5FF"/>
          </a:solidFill>
        </p:spPr>
      </p:sp>
      <p:sp>
        <p:nvSpPr>
          <p:cNvPr id="7" name="Shape 5"/>
          <p:cNvSpPr/>
          <p:nvPr/>
        </p:nvSpPr>
        <p:spPr>
          <a:xfrm>
            <a:off x="2672749" y="355295"/>
            <a:ext cx="6846502" cy="6846502"/>
          </a:xfrm>
          <a:custGeom>
            <a:avLst/>
            <a:gdLst/>
            <a:ahLst/>
            <a:cxnLst/>
            <a:rect l="l" t="t" r="r" b="b"/>
            <a:pathLst>
              <a:path w="6846502" h="6846502">
                <a:moveTo>
                  <a:pt x="3423251" y="0"/>
                </a:moveTo>
                <a:cubicBezTo>
                  <a:pt x="5312595" y="0"/>
                  <a:pt x="6846502" y="1533907"/>
                  <a:pt x="6846502" y="3423251"/>
                </a:cubicBezTo>
                <a:cubicBezTo>
                  <a:pt x="6846502" y="5312595"/>
                  <a:pt x="5312595" y="6846502"/>
                  <a:pt x="3423251" y="6846502"/>
                </a:cubicBezTo>
                <a:cubicBezTo>
                  <a:pt x="1533907" y="6846502"/>
                  <a:pt x="0" y="5312595"/>
                  <a:pt x="0" y="3423251"/>
                </a:cubicBezTo>
                <a:cubicBezTo>
                  <a:pt x="0" y="1533907"/>
                  <a:pt x="1533907" y="0"/>
                  <a:pt x="3423251" y="0"/>
                </a:cubicBezTo>
                <a:close/>
              </a:path>
            </a:pathLst>
          </a:custGeom>
          <a:solidFill>
            <a:srgbClr val="2835DE">
              <a:alpha val="2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3216288" y="898834"/>
            <a:ext cx="5759424" cy="5759424"/>
          </a:xfrm>
          <a:custGeom>
            <a:avLst/>
            <a:gdLst/>
            <a:ahLst/>
            <a:cxnLst/>
            <a:rect l="l" t="t" r="r" b="b"/>
            <a:pathLst>
              <a:path w="5759424" h="5759424">
                <a:moveTo>
                  <a:pt x="2879712" y="0"/>
                </a:moveTo>
                <a:cubicBezTo>
                  <a:pt x="4469068" y="0"/>
                  <a:pt x="5759424" y="1290356"/>
                  <a:pt x="5759424" y="2879712"/>
                </a:cubicBezTo>
                <a:cubicBezTo>
                  <a:pt x="5759424" y="4469068"/>
                  <a:pt x="4469068" y="5759424"/>
                  <a:pt x="2879712" y="5759424"/>
                </a:cubicBezTo>
                <a:cubicBezTo>
                  <a:pt x="1290356" y="5759424"/>
                  <a:pt x="0" y="4469068"/>
                  <a:pt x="0" y="2879712"/>
                </a:cubicBezTo>
                <a:cubicBezTo>
                  <a:pt x="0" y="1290356"/>
                  <a:pt x="1290356" y="0"/>
                  <a:pt x="2879712" y="0"/>
                </a:cubicBezTo>
                <a:close/>
              </a:path>
            </a:pathLst>
          </a:custGeom>
          <a:solidFill>
            <a:srgbClr val="2835DE"/>
          </a:solidFill>
        </p:spPr>
        <p:txBody>
          <a:bodyPr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040103" y="2413582"/>
            <a:ext cx="2281443" cy="1182291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9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9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721225" y="4298315"/>
            <a:ext cx="40627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>
                <a:solidFill>
                  <a:schemeClr val="bg1"/>
                </a:solidFill>
              </a:rPr>
              <a:t>经验总结</a:t>
            </a:r>
            <a:endParaRPr lang="zh-CN" altLang="en-US" sz="5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420000">
            <a:off x="248920" y="166370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520065" h="520065">
                <a:moveTo>
                  <a:pt x="498268" y="249134"/>
                </a:moveTo>
                <a:cubicBezTo>
                  <a:pt x="498268" y="348846"/>
                  <a:pt x="438815" y="438954"/>
                  <a:pt x="347143" y="478181"/>
                </a:cubicBezTo>
                <a:lnTo>
                  <a:pt x="249134" y="249134"/>
                </a:lnTo>
                <a:lnTo>
                  <a:pt x="498268" y="249134"/>
                </a:lnTo>
                <a:close/>
              </a:path>
            </a:pathLst>
          </a:custGeom>
          <a:solidFill>
            <a:srgbClr val="F4EBD0"/>
          </a:solidFill>
        </p:spPr>
      </p:sp>
      <p:sp>
        <p:nvSpPr>
          <p:cNvPr id="3" name="Text 1"/>
          <p:cNvSpPr/>
          <p:nvPr/>
        </p:nvSpPr>
        <p:spPr>
          <a:xfrm rot="21420000">
            <a:off x="248920" y="166370"/>
            <a:ext cx="520065" cy="5200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92405" y="157480"/>
            <a:ext cx="336550" cy="487680"/>
          </a:xfrm>
          <a:custGeom>
            <a:avLst/>
            <a:gdLst/>
            <a:ahLst/>
            <a:cxnLst/>
            <a:rect l="l" t="t" r="r" b="b"/>
            <a:pathLst>
              <a:path w="336550" h="487680">
                <a:moveTo>
                  <a:pt x="113146" y="0"/>
                </a:moveTo>
                <a:lnTo>
                  <a:pt x="322445" y="238989"/>
                </a:lnTo>
                <a:lnTo>
                  <a:pt x="103688" y="467241"/>
                </a:lnTo>
                <a:cubicBezTo>
                  <a:pt x="40008" y="411298"/>
                  <a:pt x="0" y="329218"/>
                  <a:pt x="0" y="237794"/>
                </a:cubicBezTo>
                <a:cubicBezTo>
                  <a:pt x="0" y="141834"/>
                  <a:pt x="44077" y="56167"/>
                  <a:pt x="113146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5" name="Text 3"/>
          <p:cNvSpPr/>
          <p:nvPr/>
        </p:nvSpPr>
        <p:spPr>
          <a:xfrm>
            <a:off x="192405" y="157480"/>
            <a:ext cx="33655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8290" y="191770"/>
            <a:ext cx="440690" cy="440690"/>
          </a:xfrm>
          <a:custGeom>
            <a:avLst/>
            <a:gdLst/>
            <a:ahLst/>
            <a:cxnLst/>
            <a:rect l="l" t="t" r="r" b="b"/>
            <a:pathLst>
              <a:path w="440690" h="440690">
                <a:moveTo>
                  <a:pt x="211110" y="0"/>
                </a:moveTo>
                <a:cubicBezTo>
                  <a:pt x="327625" y="0"/>
                  <a:pt x="422220" y="94595"/>
                  <a:pt x="422220" y="211110"/>
                </a:cubicBezTo>
                <a:cubicBezTo>
                  <a:pt x="422220" y="327625"/>
                  <a:pt x="327625" y="422220"/>
                  <a:pt x="211110" y="422220"/>
                </a:cubicBezTo>
                <a:cubicBezTo>
                  <a:pt x="94595" y="422220"/>
                  <a:pt x="0" y="327625"/>
                  <a:pt x="0" y="211110"/>
                </a:cubicBezTo>
                <a:cubicBezTo>
                  <a:pt x="0" y="94595"/>
                  <a:pt x="94595" y="0"/>
                  <a:pt x="211110" y="0"/>
                </a:cubicBezTo>
                <a:close/>
              </a:path>
            </a:pathLst>
          </a:custGeom>
          <a:solidFill>
            <a:srgbClr val="2835D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290" y="191770"/>
            <a:ext cx="440690" cy="4406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7885" y="190500"/>
            <a:ext cx="10968990" cy="939165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2000" b="1" dirty="0"/>
              <a:t>经验总结</a:t>
            </a:r>
            <a:endParaRPr lang="zh-CN" altLang="en-US" sz="2000" b="1" dirty="0"/>
          </a:p>
        </p:txBody>
      </p:sp>
      <p:sp>
        <p:nvSpPr>
          <p:cNvPr id="9" name="Shape 7"/>
          <p:cNvSpPr/>
          <p:nvPr>
            <p:custDataLst>
              <p:tags r:id="rId1"/>
            </p:custDataLst>
          </p:nvPr>
        </p:nvSpPr>
        <p:spPr>
          <a:xfrm>
            <a:off x="5889970" y="2519600"/>
            <a:ext cx="449659" cy="4128239"/>
          </a:xfrm>
          <a:custGeom>
            <a:avLst/>
            <a:gdLst/>
            <a:ahLst/>
            <a:cxnLst/>
            <a:rect l="l" t="t" r="r" b="b"/>
            <a:pathLst>
              <a:path w="449659" h="4128239">
                <a:moveTo>
                  <a:pt x="0" y="3955220"/>
                </a:moveTo>
                <a:cubicBezTo>
                  <a:pt x="430813" y="3955220"/>
                  <a:pt x="430813" y="3955220"/>
                  <a:pt x="430813" y="3955220"/>
                </a:cubicBezTo>
                <a:cubicBezTo>
                  <a:pt x="384239" y="3638802"/>
                  <a:pt x="305645" y="2549422"/>
                  <a:pt x="305645" y="2549422"/>
                </a:cubicBezTo>
                <a:cubicBezTo>
                  <a:pt x="250337" y="167249"/>
                  <a:pt x="250337" y="167249"/>
                  <a:pt x="250337" y="167249"/>
                </a:cubicBezTo>
                <a:cubicBezTo>
                  <a:pt x="291090" y="176290"/>
                  <a:pt x="331843" y="192111"/>
                  <a:pt x="331843" y="192111"/>
                </a:cubicBezTo>
                <a:cubicBezTo>
                  <a:pt x="215407" y="0"/>
                  <a:pt x="215407" y="0"/>
                  <a:pt x="215407" y="0"/>
                </a:cubicBezTo>
                <a:cubicBezTo>
                  <a:pt x="98971" y="192111"/>
                  <a:pt x="98971" y="192111"/>
                  <a:pt x="98971" y="192111"/>
                </a:cubicBezTo>
                <a:cubicBezTo>
                  <a:pt x="98971" y="192111"/>
                  <a:pt x="139723" y="176290"/>
                  <a:pt x="180476" y="167249"/>
                </a:cubicBezTo>
                <a:cubicBezTo>
                  <a:pt x="125169" y="2549422"/>
                  <a:pt x="125169" y="2549422"/>
                  <a:pt x="125169" y="2549422"/>
                </a:cubicBezTo>
                <a:cubicBezTo>
                  <a:pt x="125169" y="2549422"/>
                  <a:pt x="40753" y="3625241"/>
                  <a:pt x="0" y="3955220"/>
                </a:cubicBezTo>
                <a:close/>
              </a:path>
            </a:pathLst>
          </a:custGeom>
          <a:solidFill>
            <a:srgbClr val="2835DE"/>
          </a:solidFill>
        </p:spPr>
      </p:sp>
      <p:sp>
        <p:nvSpPr>
          <p:cNvPr id="10" name="Text 8"/>
          <p:cNvSpPr/>
          <p:nvPr/>
        </p:nvSpPr>
        <p:spPr>
          <a:xfrm>
            <a:off x="5889970" y="2519600"/>
            <a:ext cx="449659" cy="412823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11" name="Shape 9"/>
          <p:cNvSpPr/>
          <p:nvPr>
            <p:custDataLst>
              <p:tags r:id="rId2"/>
            </p:custDataLst>
          </p:nvPr>
        </p:nvSpPr>
        <p:spPr>
          <a:xfrm>
            <a:off x="6487946" y="3445097"/>
            <a:ext cx="1483165" cy="3202741"/>
          </a:xfrm>
          <a:custGeom>
            <a:avLst/>
            <a:gdLst/>
            <a:ahLst/>
            <a:cxnLst/>
            <a:rect l="l" t="t" r="r" b="b"/>
            <a:pathLst>
              <a:path w="1483165" h="3202741">
                <a:moveTo>
                  <a:pt x="644850" y="2399675"/>
                </a:moveTo>
                <a:cubicBezTo>
                  <a:pt x="440599" y="2151121"/>
                  <a:pt x="288869" y="1882231"/>
                  <a:pt x="215923" y="1604302"/>
                </a:cubicBezTo>
                <a:cubicBezTo>
                  <a:pt x="177990" y="1464208"/>
                  <a:pt x="160483" y="1321855"/>
                  <a:pt x="163401" y="1181761"/>
                </a:cubicBezTo>
                <a:cubicBezTo>
                  <a:pt x="169237" y="1039407"/>
                  <a:pt x="201333" y="899313"/>
                  <a:pt x="259691" y="763738"/>
                </a:cubicBezTo>
                <a:cubicBezTo>
                  <a:pt x="320966" y="628163"/>
                  <a:pt x="414338" y="497108"/>
                  <a:pt x="539806" y="384129"/>
                </a:cubicBezTo>
                <a:cubicBezTo>
                  <a:pt x="659439" y="275669"/>
                  <a:pt x="811169" y="183026"/>
                  <a:pt x="983323" y="110719"/>
                </a:cubicBezTo>
                <a:cubicBezTo>
                  <a:pt x="994994" y="140094"/>
                  <a:pt x="997912" y="173988"/>
                  <a:pt x="997912" y="173988"/>
                </a:cubicBezTo>
                <a:cubicBezTo>
                  <a:pt x="1164231" y="0"/>
                  <a:pt x="1164231" y="0"/>
                  <a:pt x="1164231" y="0"/>
                </a:cubicBezTo>
                <a:cubicBezTo>
                  <a:pt x="884115" y="29375"/>
                  <a:pt x="884115" y="29375"/>
                  <a:pt x="884115" y="29375"/>
                </a:cubicBezTo>
                <a:cubicBezTo>
                  <a:pt x="884115" y="29375"/>
                  <a:pt x="924966" y="45192"/>
                  <a:pt x="954144" y="67787"/>
                </a:cubicBezTo>
                <a:cubicBezTo>
                  <a:pt x="764483" y="137834"/>
                  <a:pt x="598164" y="232737"/>
                  <a:pt x="463942" y="345716"/>
                </a:cubicBezTo>
                <a:cubicBezTo>
                  <a:pt x="320966" y="463214"/>
                  <a:pt x="215923" y="596529"/>
                  <a:pt x="142976" y="738883"/>
                </a:cubicBezTo>
                <a:cubicBezTo>
                  <a:pt x="72947" y="878977"/>
                  <a:pt x="32097" y="1028109"/>
                  <a:pt x="17507" y="1177241"/>
                </a:cubicBezTo>
                <a:cubicBezTo>
                  <a:pt x="0" y="1324114"/>
                  <a:pt x="11671" y="1473247"/>
                  <a:pt x="40850" y="1622379"/>
                </a:cubicBezTo>
                <a:cubicBezTo>
                  <a:pt x="102126" y="1916124"/>
                  <a:pt x="242183" y="2203091"/>
                  <a:pt x="443517" y="2469722"/>
                </a:cubicBezTo>
                <a:cubicBezTo>
                  <a:pt x="604000" y="2684382"/>
                  <a:pt x="802415" y="2905821"/>
                  <a:pt x="971652" y="3068510"/>
                </a:cubicBezTo>
                <a:cubicBezTo>
                  <a:pt x="1421004" y="3068510"/>
                  <a:pt x="1421004" y="3068510"/>
                  <a:pt x="1421004" y="3068510"/>
                </a:cubicBezTo>
                <a:cubicBezTo>
                  <a:pt x="1114627" y="2874187"/>
                  <a:pt x="852019" y="2648228"/>
                  <a:pt x="644850" y="2399675"/>
                </a:cubicBezTo>
                <a:close/>
              </a:path>
            </a:pathLst>
          </a:custGeom>
          <a:solidFill>
            <a:srgbClr val="2835DE"/>
          </a:solidFill>
        </p:spPr>
      </p:sp>
      <p:sp>
        <p:nvSpPr>
          <p:cNvPr id="12" name="Text 10"/>
          <p:cNvSpPr/>
          <p:nvPr/>
        </p:nvSpPr>
        <p:spPr>
          <a:xfrm>
            <a:off x="6487946" y="3445097"/>
            <a:ext cx="1483165" cy="320274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13" name="Shape 11"/>
          <p:cNvSpPr/>
          <p:nvPr>
            <p:custDataLst>
              <p:tags r:id="rId3"/>
            </p:custDataLst>
          </p:nvPr>
        </p:nvSpPr>
        <p:spPr>
          <a:xfrm>
            <a:off x="4260844" y="3445097"/>
            <a:ext cx="1478456" cy="3202741"/>
          </a:xfrm>
          <a:custGeom>
            <a:avLst/>
            <a:gdLst/>
            <a:ahLst/>
            <a:cxnLst/>
            <a:rect l="l" t="t" r="r" b="b"/>
            <a:pathLst>
              <a:path w="1478456" h="3202741">
                <a:moveTo>
                  <a:pt x="1401919" y="1177241"/>
                </a:moveTo>
                <a:cubicBezTo>
                  <a:pt x="1384432" y="1028109"/>
                  <a:pt x="1346542" y="878977"/>
                  <a:pt x="1273677" y="738883"/>
                </a:cubicBezTo>
                <a:cubicBezTo>
                  <a:pt x="1200812" y="596529"/>
                  <a:pt x="1095887" y="463214"/>
                  <a:pt x="955987" y="345716"/>
                </a:cubicBezTo>
                <a:cubicBezTo>
                  <a:pt x="819001" y="232737"/>
                  <a:pt x="649954" y="135575"/>
                  <a:pt x="460506" y="65528"/>
                </a:cubicBezTo>
                <a:cubicBezTo>
                  <a:pt x="489652" y="45192"/>
                  <a:pt x="527541" y="29375"/>
                  <a:pt x="527541" y="29375"/>
                </a:cubicBezTo>
                <a:cubicBezTo>
                  <a:pt x="247740" y="0"/>
                  <a:pt x="247740" y="0"/>
                  <a:pt x="247740" y="0"/>
                </a:cubicBezTo>
                <a:cubicBezTo>
                  <a:pt x="413872" y="173988"/>
                  <a:pt x="413872" y="173988"/>
                  <a:pt x="413872" y="173988"/>
                </a:cubicBezTo>
                <a:cubicBezTo>
                  <a:pt x="413872" y="173988"/>
                  <a:pt x="416787" y="137834"/>
                  <a:pt x="428445" y="108460"/>
                </a:cubicBezTo>
                <a:cubicBezTo>
                  <a:pt x="603321" y="180766"/>
                  <a:pt x="757794" y="273409"/>
                  <a:pt x="877293" y="384129"/>
                </a:cubicBezTo>
                <a:cubicBezTo>
                  <a:pt x="1005535" y="497108"/>
                  <a:pt x="1095887" y="628163"/>
                  <a:pt x="1157093" y="763738"/>
                </a:cubicBezTo>
                <a:cubicBezTo>
                  <a:pt x="1218300" y="899313"/>
                  <a:pt x="1247446" y="1039407"/>
                  <a:pt x="1253275" y="1181761"/>
                </a:cubicBezTo>
                <a:cubicBezTo>
                  <a:pt x="1259104" y="1321855"/>
                  <a:pt x="1238702" y="1464208"/>
                  <a:pt x="1203727" y="1604302"/>
                </a:cubicBezTo>
                <a:cubicBezTo>
                  <a:pt x="1127948" y="1882231"/>
                  <a:pt x="976389" y="2151121"/>
                  <a:pt x="772367" y="2399675"/>
                </a:cubicBezTo>
                <a:cubicBezTo>
                  <a:pt x="565431" y="2648228"/>
                  <a:pt x="306032" y="2874187"/>
                  <a:pt x="0" y="3068510"/>
                </a:cubicBezTo>
                <a:cubicBezTo>
                  <a:pt x="445933" y="3068510"/>
                  <a:pt x="445933" y="3068510"/>
                  <a:pt x="445933" y="3068510"/>
                </a:cubicBezTo>
                <a:cubicBezTo>
                  <a:pt x="635381" y="2894523"/>
                  <a:pt x="813171" y="2684382"/>
                  <a:pt x="973474" y="2469722"/>
                </a:cubicBezTo>
                <a:cubicBezTo>
                  <a:pt x="1174581" y="2203091"/>
                  <a:pt x="1314481" y="1916124"/>
                  <a:pt x="1375688" y="1622379"/>
                </a:cubicBezTo>
                <a:cubicBezTo>
                  <a:pt x="1404834" y="1473247"/>
                  <a:pt x="1416492" y="1324114"/>
                  <a:pt x="1401919" y="1177241"/>
                </a:cubicBezTo>
                <a:close/>
              </a:path>
            </a:pathLst>
          </a:custGeom>
          <a:solidFill>
            <a:srgbClr val="2835DE"/>
          </a:solidFill>
        </p:spPr>
      </p:sp>
      <p:sp>
        <p:nvSpPr>
          <p:cNvPr id="14" name="Text 12"/>
          <p:cNvSpPr/>
          <p:nvPr/>
        </p:nvSpPr>
        <p:spPr>
          <a:xfrm>
            <a:off x="4260844" y="3445097"/>
            <a:ext cx="1478456" cy="320274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15" name="Shape 13"/>
          <p:cNvSpPr/>
          <p:nvPr>
            <p:custDataLst>
              <p:tags r:id="rId4"/>
            </p:custDataLst>
          </p:nvPr>
        </p:nvSpPr>
        <p:spPr>
          <a:xfrm>
            <a:off x="6243107" y="3014142"/>
            <a:ext cx="880482" cy="3633698"/>
          </a:xfrm>
          <a:custGeom>
            <a:avLst/>
            <a:gdLst/>
            <a:ahLst/>
            <a:cxnLst/>
            <a:rect l="l" t="t" r="r" b="b"/>
            <a:pathLst>
              <a:path w="880482" h="3633698">
                <a:moveTo>
                  <a:pt x="555599" y="3038318"/>
                </a:moveTo>
                <a:cubicBezTo>
                  <a:pt x="383974" y="2726347"/>
                  <a:pt x="267618" y="2398553"/>
                  <a:pt x="206532" y="2063976"/>
                </a:cubicBezTo>
                <a:cubicBezTo>
                  <a:pt x="174534" y="1898948"/>
                  <a:pt x="157080" y="1731660"/>
                  <a:pt x="157080" y="1562111"/>
                </a:cubicBezTo>
                <a:cubicBezTo>
                  <a:pt x="154172" y="1394823"/>
                  <a:pt x="165807" y="1227535"/>
                  <a:pt x="197805" y="1060246"/>
                </a:cubicBezTo>
                <a:cubicBezTo>
                  <a:pt x="232712" y="895219"/>
                  <a:pt x="282163" y="730191"/>
                  <a:pt x="360703" y="571945"/>
                </a:cubicBezTo>
                <a:cubicBezTo>
                  <a:pt x="401428" y="492822"/>
                  <a:pt x="447970" y="413699"/>
                  <a:pt x="506148" y="339098"/>
                </a:cubicBezTo>
                <a:cubicBezTo>
                  <a:pt x="558508" y="271278"/>
                  <a:pt x="622504" y="203459"/>
                  <a:pt x="695226" y="142421"/>
                </a:cubicBezTo>
                <a:cubicBezTo>
                  <a:pt x="718497" y="169549"/>
                  <a:pt x="730133" y="203459"/>
                  <a:pt x="730133" y="203459"/>
                </a:cubicBezTo>
                <a:cubicBezTo>
                  <a:pt x="831944" y="0"/>
                  <a:pt x="831944" y="0"/>
                  <a:pt x="831944" y="0"/>
                </a:cubicBezTo>
                <a:cubicBezTo>
                  <a:pt x="570144" y="85905"/>
                  <a:pt x="570144" y="85905"/>
                  <a:pt x="570144" y="85905"/>
                </a:cubicBezTo>
                <a:cubicBezTo>
                  <a:pt x="570144" y="85905"/>
                  <a:pt x="613777" y="92687"/>
                  <a:pt x="648684" y="108511"/>
                </a:cubicBezTo>
                <a:cubicBezTo>
                  <a:pt x="564326" y="171810"/>
                  <a:pt x="494512" y="241890"/>
                  <a:pt x="433426" y="314231"/>
                </a:cubicBezTo>
                <a:cubicBezTo>
                  <a:pt x="369430" y="388832"/>
                  <a:pt x="317070" y="467955"/>
                  <a:pt x="270527" y="549339"/>
                </a:cubicBezTo>
                <a:cubicBezTo>
                  <a:pt x="180352" y="712106"/>
                  <a:pt x="119265" y="879394"/>
                  <a:pt x="78540" y="1048943"/>
                </a:cubicBezTo>
                <a:cubicBezTo>
                  <a:pt x="37816" y="1218492"/>
                  <a:pt x="14544" y="1390302"/>
                  <a:pt x="8727" y="1562111"/>
                </a:cubicBezTo>
                <a:cubicBezTo>
                  <a:pt x="0" y="1733921"/>
                  <a:pt x="8727" y="1905730"/>
                  <a:pt x="31998" y="2077540"/>
                </a:cubicBezTo>
                <a:cubicBezTo>
                  <a:pt x="78540" y="2418899"/>
                  <a:pt x="244347" y="3006668"/>
                  <a:pt x="450879" y="3481406"/>
                </a:cubicBezTo>
                <a:cubicBezTo>
                  <a:pt x="843580" y="3481406"/>
                  <a:pt x="843580" y="3481406"/>
                  <a:pt x="843580" y="3481406"/>
                </a:cubicBezTo>
                <a:cubicBezTo>
                  <a:pt x="733042" y="3338984"/>
                  <a:pt x="637048" y="3189781"/>
                  <a:pt x="555599" y="3038318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16" name="Text 14"/>
          <p:cNvSpPr/>
          <p:nvPr/>
        </p:nvSpPr>
        <p:spPr>
          <a:xfrm>
            <a:off x="6243107" y="3014142"/>
            <a:ext cx="880482" cy="363369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17" name="Shape 15"/>
          <p:cNvSpPr/>
          <p:nvPr>
            <p:custDataLst>
              <p:tags r:id="rId5"/>
            </p:custDataLst>
          </p:nvPr>
        </p:nvSpPr>
        <p:spPr>
          <a:xfrm>
            <a:off x="5103658" y="3014142"/>
            <a:ext cx="882837" cy="3633698"/>
          </a:xfrm>
          <a:custGeom>
            <a:avLst/>
            <a:gdLst/>
            <a:ahLst/>
            <a:cxnLst/>
            <a:rect l="l" t="t" r="r" b="b"/>
            <a:pathLst>
              <a:path w="882837" h="3633698">
                <a:moveTo>
                  <a:pt x="840003" y="1562111"/>
                </a:moveTo>
                <a:cubicBezTo>
                  <a:pt x="831253" y="1390302"/>
                  <a:pt x="810836" y="1218492"/>
                  <a:pt x="767086" y="1048943"/>
                </a:cubicBezTo>
                <a:cubicBezTo>
                  <a:pt x="726253" y="879394"/>
                  <a:pt x="665002" y="712106"/>
                  <a:pt x="574585" y="549339"/>
                </a:cubicBezTo>
                <a:cubicBezTo>
                  <a:pt x="527919" y="467955"/>
                  <a:pt x="475418" y="388832"/>
                  <a:pt x="411251" y="314231"/>
                </a:cubicBezTo>
                <a:cubicBezTo>
                  <a:pt x="350001" y="241890"/>
                  <a:pt x="280001" y="171810"/>
                  <a:pt x="195417" y="108511"/>
                </a:cubicBezTo>
                <a:cubicBezTo>
                  <a:pt x="230417" y="92687"/>
                  <a:pt x="274168" y="85905"/>
                  <a:pt x="274168" y="85905"/>
                </a:cubicBezTo>
                <a:cubicBezTo>
                  <a:pt x="11667" y="0"/>
                  <a:pt x="11667" y="0"/>
                  <a:pt x="11667" y="0"/>
                </a:cubicBezTo>
                <a:cubicBezTo>
                  <a:pt x="113750" y="203459"/>
                  <a:pt x="113750" y="203459"/>
                  <a:pt x="113750" y="203459"/>
                </a:cubicBezTo>
                <a:cubicBezTo>
                  <a:pt x="113750" y="203459"/>
                  <a:pt x="125417" y="169549"/>
                  <a:pt x="148751" y="142421"/>
                </a:cubicBezTo>
                <a:cubicBezTo>
                  <a:pt x="221667" y="203459"/>
                  <a:pt x="285834" y="271278"/>
                  <a:pt x="338335" y="339098"/>
                </a:cubicBezTo>
                <a:cubicBezTo>
                  <a:pt x="396668" y="413699"/>
                  <a:pt x="443335" y="492822"/>
                  <a:pt x="484168" y="571945"/>
                </a:cubicBezTo>
                <a:cubicBezTo>
                  <a:pt x="562919" y="730191"/>
                  <a:pt x="615419" y="895219"/>
                  <a:pt x="647502" y="1060246"/>
                </a:cubicBezTo>
                <a:cubicBezTo>
                  <a:pt x="679586" y="1227535"/>
                  <a:pt x="691252" y="1394823"/>
                  <a:pt x="691252" y="1562111"/>
                </a:cubicBezTo>
                <a:cubicBezTo>
                  <a:pt x="688336" y="1731660"/>
                  <a:pt x="670836" y="1898948"/>
                  <a:pt x="641669" y="2063976"/>
                </a:cubicBezTo>
                <a:cubicBezTo>
                  <a:pt x="577502" y="2398553"/>
                  <a:pt x="463752" y="2726347"/>
                  <a:pt x="291668" y="3038318"/>
                </a:cubicBezTo>
                <a:cubicBezTo>
                  <a:pt x="207084" y="3189781"/>
                  <a:pt x="110834" y="3338984"/>
                  <a:pt x="0" y="3481406"/>
                </a:cubicBezTo>
                <a:cubicBezTo>
                  <a:pt x="405418" y="3481406"/>
                  <a:pt x="405418" y="3481406"/>
                  <a:pt x="405418" y="3481406"/>
                </a:cubicBezTo>
                <a:cubicBezTo>
                  <a:pt x="650419" y="3011190"/>
                  <a:pt x="767086" y="2418899"/>
                  <a:pt x="813753" y="2077540"/>
                </a:cubicBezTo>
                <a:cubicBezTo>
                  <a:pt x="837086" y="1905730"/>
                  <a:pt x="845836" y="1733921"/>
                  <a:pt x="840003" y="1562111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18" name="Text 16"/>
          <p:cNvSpPr/>
          <p:nvPr/>
        </p:nvSpPr>
        <p:spPr>
          <a:xfrm>
            <a:off x="5103658" y="3014142"/>
            <a:ext cx="882837" cy="363369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19" name="Shape 17"/>
          <p:cNvSpPr/>
          <p:nvPr>
            <p:custDataLst>
              <p:tags r:id="rId6"/>
            </p:custDataLst>
          </p:nvPr>
        </p:nvSpPr>
        <p:spPr>
          <a:xfrm>
            <a:off x="4958715" y="5379085"/>
            <a:ext cx="2282825" cy="1483360"/>
          </a:xfrm>
          <a:custGeom>
            <a:avLst/>
            <a:gdLst/>
            <a:ahLst/>
            <a:cxnLst/>
            <a:rect l="l" t="t" r="r" b="b"/>
            <a:pathLst>
              <a:path w="2282825" h="1483360">
                <a:moveTo>
                  <a:pt x="0" y="0"/>
                </a:moveTo>
                <a:lnTo>
                  <a:pt x="2282825" y="0"/>
                </a:lnTo>
                <a:lnTo>
                  <a:pt x="2282825" y="1483360"/>
                </a:lnTo>
                <a:lnTo>
                  <a:pt x="0" y="14833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4958715" y="5379085"/>
            <a:ext cx="2282825" cy="1483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21" name="Shape 19"/>
          <p:cNvSpPr/>
          <p:nvPr>
            <p:custDataLst>
              <p:tags r:id="rId7"/>
            </p:custDataLst>
          </p:nvPr>
        </p:nvSpPr>
        <p:spPr>
          <a:xfrm>
            <a:off x="5185410" y="5336540"/>
            <a:ext cx="1852930" cy="1165860"/>
          </a:xfrm>
          <a:custGeom>
            <a:avLst/>
            <a:gdLst/>
            <a:ahLst/>
            <a:cxnLst/>
            <a:rect l="l" t="t" r="r" b="b"/>
            <a:pathLst>
              <a:path w="1852930" h="1165860">
                <a:moveTo>
                  <a:pt x="997070" y="107109"/>
                </a:moveTo>
                <a:cubicBezTo>
                  <a:pt x="997070" y="367232"/>
                  <a:pt x="997070" y="367232"/>
                  <a:pt x="997070" y="367232"/>
                </a:cubicBezTo>
                <a:cubicBezTo>
                  <a:pt x="997070" y="367232"/>
                  <a:pt x="997070" y="367232"/>
                  <a:pt x="997070" y="367232"/>
                </a:cubicBezTo>
                <a:cubicBezTo>
                  <a:pt x="1750953" y="627355"/>
                  <a:pt x="1750953" y="627355"/>
                  <a:pt x="1750953" y="627355"/>
                </a:cubicBezTo>
                <a:cubicBezTo>
                  <a:pt x="1750953" y="627355"/>
                  <a:pt x="1775272" y="642656"/>
                  <a:pt x="1775272" y="642656"/>
                </a:cubicBezTo>
                <a:cubicBezTo>
                  <a:pt x="1775272" y="642656"/>
                  <a:pt x="1775272" y="642656"/>
                  <a:pt x="1775272" y="642656"/>
                </a:cubicBezTo>
                <a:cubicBezTo>
                  <a:pt x="1775272" y="719163"/>
                  <a:pt x="1775272" y="719163"/>
                  <a:pt x="1775272" y="719163"/>
                </a:cubicBezTo>
                <a:cubicBezTo>
                  <a:pt x="1775272" y="719163"/>
                  <a:pt x="1750953" y="734464"/>
                  <a:pt x="1726634" y="734464"/>
                </a:cubicBezTo>
                <a:cubicBezTo>
                  <a:pt x="1726634" y="734464"/>
                  <a:pt x="1726634" y="734464"/>
                  <a:pt x="1726634" y="734464"/>
                </a:cubicBezTo>
                <a:cubicBezTo>
                  <a:pt x="997070" y="627355"/>
                  <a:pt x="997070" y="627355"/>
                  <a:pt x="997070" y="627355"/>
                </a:cubicBezTo>
                <a:cubicBezTo>
                  <a:pt x="997070" y="933381"/>
                  <a:pt x="997070" y="933381"/>
                  <a:pt x="997070" y="933381"/>
                </a:cubicBezTo>
                <a:cubicBezTo>
                  <a:pt x="1167302" y="1025189"/>
                  <a:pt x="1167302" y="1025189"/>
                  <a:pt x="1167302" y="1025189"/>
                </a:cubicBezTo>
                <a:cubicBezTo>
                  <a:pt x="1191621" y="1025189"/>
                  <a:pt x="1191621" y="1040491"/>
                  <a:pt x="1191621" y="1040491"/>
                </a:cubicBezTo>
                <a:cubicBezTo>
                  <a:pt x="1191621" y="1040491"/>
                  <a:pt x="1191621" y="1040491"/>
                  <a:pt x="1191621" y="1040491"/>
                </a:cubicBezTo>
                <a:cubicBezTo>
                  <a:pt x="1191621" y="1086395"/>
                  <a:pt x="1191621" y="1086395"/>
                  <a:pt x="1191621" y="1086395"/>
                </a:cubicBezTo>
                <a:cubicBezTo>
                  <a:pt x="1191621" y="1101696"/>
                  <a:pt x="1167302" y="1116997"/>
                  <a:pt x="1167302" y="1116997"/>
                </a:cubicBezTo>
                <a:cubicBezTo>
                  <a:pt x="1142983" y="1116997"/>
                  <a:pt x="1142983" y="1116997"/>
                  <a:pt x="1142983" y="1101696"/>
                </a:cubicBezTo>
                <a:cubicBezTo>
                  <a:pt x="924114" y="1055792"/>
                  <a:pt x="924114" y="1055792"/>
                  <a:pt x="924114" y="1055792"/>
                </a:cubicBezTo>
                <a:cubicBezTo>
                  <a:pt x="899795" y="1055792"/>
                  <a:pt x="899795" y="1055792"/>
                  <a:pt x="875476" y="1055792"/>
                </a:cubicBezTo>
                <a:cubicBezTo>
                  <a:pt x="875476" y="1055792"/>
                  <a:pt x="875476" y="1055792"/>
                  <a:pt x="875476" y="1055792"/>
                </a:cubicBezTo>
                <a:cubicBezTo>
                  <a:pt x="875476" y="1055792"/>
                  <a:pt x="851158" y="1055792"/>
                  <a:pt x="851158" y="1055792"/>
                </a:cubicBezTo>
                <a:cubicBezTo>
                  <a:pt x="607970" y="1101696"/>
                  <a:pt x="607970" y="1101696"/>
                  <a:pt x="607970" y="1101696"/>
                </a:cubicBezTo>
                <a:cubicBezTo>
                  <a:pt x="607970" y="1116997"/>
                  <a:pt x="607970" y="1116997"/>
                  <a:pt x="607970" y="1116997"/>
                </a:cubicBezTo>
                <a:cubicBezTo>
                  <a:pt x="583651" y="1116997"/>
                  <a:pt x="583651" y="1101696"/>
                  <a:pt x="583651" y="1086395"/>
                </a:cubicBezTo>
                <a:cubicBezTo>
                  <a:pt x="583651" y="1040491"/>
                  <a:pt x="583651" y="1040491"/>
                  <a:pt x="583651" y="1040491"/>
                </a:cubicBezTo>
                <a:cubicBezTo>
                  <a:pt x="583651" y="1040491"/>
                  <a:pt x="583651" y="1040491"/>
                  <a:pt x="583651" y="1040491"/>
                </a:cubicBezTo>
                <a:cubicBezTo>
                  <a:pt x="583651" y="1040491"/>
                  <a:pt x="583651" y="1025189"/>
                  <a:pt x="583651" y="1025189"/>
                </a:cubicBezTo>
                <a:cubicBezTo>
                  <a:pt x="778201" y="933381"/>
                  <a:pt x="778201" y="933381"/>
                  <a:pt x="778201" y="933381"/>
                </a:cubicBezTo>
                <a:cubicBezTo>
                  <a:pt x="778201" y="627355"/>
                  <a:pt x="778201" y="627355"/>
                  <a:pt x="778201" y="627355"/>
                </a:cubicBezTo>
                <a:cubicBezTo>
                  <a:pt x="24319" y="734464"/>
                  <a:pt x="24319" y="734464"/>
                  <a:pt x="24319" y="734464"/>
                </a:cubicBezTo>
                <a:cubicBezTo>
                  <a:pt x="24319" y="734464"/>
                  <a:pt x="24319" y="734464"/>
                  <a:pt x="24319" y="734464"/>
                </a:cubicBezTo>
                <a:cubicBezTo>
                  <a:pt x="0" y="734464"/>
                  <a:pt x="0" y="719163"/>
                  <a:pt x="0" y="719163"/>
                </a:cubicBezTo>
                <a:cubicBezTo>
                  <a:pt x="0" y="642656"/>
                  <a:pt x="0" y="642656"/>
                  <a:pt x="0" y="642656"/>
                </a:cubicBezTo>
                <a:cubicBezTo>
                  <a:pt x="0" y="642656"/>
                  <a:pt x="0" y="642656"/>
                  <a:pt x="0" y="642656"/>
                </a:cubicBezTo>
                <a:cubicBezTo>
                  <a:pt x="0" y="642656"/>
                  <a:pt x="0" y="627355"/>
                  <a:pt x="24319" y="627355"/>
                </a:cubicBezTo>
                <a:cubicBezTo>
                  <a:pt x="753882" y="367232"/>
                  <a:pt x="753882" y="367232"/>
                  <a:pt x="753882" y="367232"/>
                </a:cubicBezTo>
                <a:cubicBezTo>
                  <a:pt x="753882" y="367232"/>
                  <a:pt x="778201" y="367232"/>
                  <a:pt x="778201" y="367232"/>
                </a:cubicBezTo>
                <a:cubicBezTo>
                  <a:pt x="778201" y="107109"/>
                  <a:pt x="778201" y="107109"/>
                  <a:pt x="778201" y="107109"/>
                </a:cubicBezTo>
                <a:cubicBezTo>
                  <a:pt x="778201" y="30603"/>
                  <a:pt x="826839" y="0"/>
                  <a:pt x="875476" y="0"/>
                </a:cubicBezTo>
                <a:cubicBezTo>
                  <a:pt x="948433" y="0"/>
                  <a:pt x="997070" y="30603"/>
                  <a:pt x="997070" y="107109"/>
                </a:cubicBezTo>
                <a:close/>
              </a:path>
            </a:pathLst>
          </a:custGeom>
          <a:solidFill>
            <a:srgbClr val="F4EBD0"/>
          </a:solidFill>
        </p:spPr>
      </p:sp>
      <p:sp>
        <p:nvSpPr>
          <p:cNvPr id="22" name="Text 20"/>
          <p:cNvSpPr/>
          <p:nvPr/>
        </p:nvSpPr>
        <p:spPr>
          <a:xfrm>
            <a:off x="5185410" y="5336540"/>
            <a:ext cx="1852930" cy="11658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23" name="Shape 21"/>
          <p:cNvSpPr/>
          <p:nvPr>
            <p:custDataLst>
              <p:tags r:id="rId8"/>
            </p:custDataLst>
          </p:nvPr>
        </p:nvSpPr>
        <p:spPr>
          <a:xfrm>
            <a:off x="5834169" y="1570275"/>
            <a:ext cx="505460" cy="504825"/>
          </a:xfrm>
          <a:custGeom>
            <a:avLst/>
            <a:gdLst/>
            <a:ahLst/>
            <a:cxnLst/>
            <a:rect l="l" t="t" r="r" b="b"/>
            <a:pathLst>
              <a:path w="505460" h="504825">
                <a:moveTo>
                  <a:pt x="271990" y="46379"/>
                </a:moveTo>
                <a:cubicBezTo>
                  <a:pt x="271990" y="159014"/>
                  <a:pt x="271990" y="159014"/>
                  <a:pt x="271990" y="159014"/>
                </a:cubicBezTo>
                <a:cubicBezTo>
                  <a:pt x="271990" y="159014"/>
                  <a:pt x="271990" y="159014"/>
                  <a:pt x="271990" y="159014"/>
                </a:cubicBezTo>
                <a:cubicBezTo>
                  <a:pt x="477642" y="271649"/>
                  <a:pt x="477642" y="271649"/>
                  <a:pt x="477642" y="271649"/>
                </a:cubicBezTo>
                <a:cubicBezTo>
                  <a:pt x="477642" y="271649"/>
                  <a:pt x="484276" y="278274"/>
                  <a:pt x="484276" y="278274"/>
                </a:cubicBezTo>
                <a:cubicBezTo>
                  <a:pt x="484276" y="278274"/>
                  <a:pt x="484276" y="278274"/>
                  <a:pt x="484276" y="278274"/>
                </a:cubicBezTo>
                <a:cubicBezTo>
                  <a:pt x="484276" y="311402"/>
                  <a:pt x="484276" y="311402"/>
                  <a:pt x="484276" y="311402"/>
                </a:cubicBezTo>
                <a:cubicBezTo>
                  <a:pt x="484276" y="311402"/>
                  <a:pt x="477642" y="318028"/>
                  <a:pt x="471008" y="318028"/>
                </a:cubicBezTo>
                <a:cubicBezTo>
                  <a:pt x="471008" y="318028"/>
                  <a:pt x="471008" y="318028"/>
                  <a:pt x="471008" y="318028"/>
                </a:cubicBezTo>
                <a:cubicBezTo>
                  <a:pt x="271990" y="271649"/>
                  <a:pt x="271990" y="271649"/>
                  <a:pt x="271990" y="271649"/>
                </a:cubicBezTo>
                <a:cubicBezTo>
                  <a:pt x="271990" y="404160"/>
                  <a:pt x="271990" y="404160"/>
                  <a:pt x="271990" y="404160"/>
                </a:cubicBezTo>
                <a:cubicBezTo>
                  <a:pt x="318428" y="443914"/>
                  <a:pt x="318428" y="443914"/>
                  <a:pt x="318428" y="443914"/>
                </a:cubicBezTo>
                <a:cubicBezTo>
                  <a:pt x="325062" y="443914"/>
                  <a:pt x="325062" y="450539"/>
                  <a:pt x="325062" y="450539"/>
                </a:cubicBezTo>
                <a:cubicBezTo>
                  <a:pt x="325062" y="450539"/>
                  <a:pt x="325062" y="450539"/>
                  <a:pt x="325062" y="450539"/>
                </a:cubicBezTo>
                <a:cubicBezTo>
                  <a:pt x="325062" y="470416"/>
                  <a:pt x="325062" y="470416"/>
                  <a:pt x="325062" y="470416"/>
                </a:cubicBezTo>
                <a:cubicBezTo>
                  <a:pt x="325062" y="477042"/>
                  <a:pt x="318428" y="483667"/>
                  <a:pt x="318428" y="483667"/>
                </a:cubicBezTo>
                <a:cubicBezTo>
                  <a:pt x="311794" y="483667"/>
                  <a:pt x="311794" y="483667"/>
                  <a:pt x="311794" y="477042"/>
                </a:cubicBezTo>
                <a:cubicBezTo>
                  <a:pt x="252089" y="457165"/>
                  <a:pt x="252089" y="457165"/>
                  <a:pt x="252089" y="457165"/>
                </a:cubicBezTo>
                <a:cubicBezTo>
                  <a:pt x="245455" y="457165"/>
                  <a:pt x="245455" y="457165"/>
                  <a:pt x="238821" y="457165"/>
                </a:cubicBezTo>
                <a:cubicBezTo>
                  <a:pt x="238821" y="457165"/>
                  <a:pt x="238821" y="457165"/>
                  <a:pt x="238821" y="457165"/>
                </a:cubicBezTo>
                <a:cubicBezTo>
                  <a:pt x="238821" y="457165"/>
                  <a:pt x="232187" y="457165"/>
                  <a:pt x="232187" y="457165"/>
                </a:cubicBezTo>
                <a:cubicBezTo>
                  <a:pt x="165848" y="477042"/>
                  <a:pt x="165848" y="477042"/>
                  <a:pt x="165848" y="477042"/>
                </a:cubicBezTo>
                <a:cubicBezTo>
                  <a:pt x="165848" y="483667"/>
                  <a:pt x="165848" y="483667"/>
                  <a:pt x="165848" y="483667"/>
                </a:cubicBezTo>
                <a:cubicBezTo>
                  <a:pt x="159214" y="483667"/>
                  <a:pt x="159214" y="477042"/>
                  <a:pt x="159214" y="470416"/>
                </a:cubicBezTo>
                <a:cubicBezTo>
                  <a:pt x="159214" y="450539"/>
                  <a:pt x="159214" y="450539"/>
                  <a:pt x="159214" y="450539"/>
                </a:cubicBezTo>
                <a:cubicBezTo>
                  <a:pt x="159214" y="450539"/>
                  <a:pt x="159214" y="450539"/>
                  <a:pt x="159214" y="450539"/>
                </a:cubicBezTo>
                <a:cubicBezTo>
                  <a:pt x="159214" y="450539"/>
                  <a:pt x="159214" y="443914"/>
                  <a:pt x="159214" y="443914"/>
                </a:cubicBezTo>
                <a:cubicBezTo>
                  <a:pt x="212285" y="404160"/>
                  <a:pt x="212285" y="404160"/>
                  <a:pt x="212285" y="404160"/>
                </a:cubicBezTo>
                <a:cubicBezTo>
                  <a:pt x="212285" y="271649"/>
                  <a:pt x="212285" y="271649"/>
                  <a:pt x="212285" y="271649"/>
                </a:cubicBezTo>
                <a:cubicBezTo>
                  <a:pt x="6634" y="318028"/>
                  <a:pt x="6634" y="318028"/>
                  <a:pt x="6634" y="318028"/>
                </a:cubicBezTo>
                <a:cubicBezTo>
                  <a:pt x="6634" y="318028"/>
                  <a:pt x="6634" y="318028"/>
                  <a:pt x="6634" y="318028"/>
                </a:cubicBezTo>
                <a:cubicBezTo>
                  <a:pt x="0" y="318028"/>
                  <a:pt x="0" y="311402"/>
                  <a:pt x="0" y="311402"/>
                </a:cubicBezTo>
                <a:cubicBezTo>
                  <a:pt x="0" y="278274"/>
                  <a:pt x="0" y="278274"/>
                  <a:pt x="0" y="278274"/>
                </a:cubicBezTo>
                <a:cubicBezTo>
                  <a:pt x="0" y="278274"/>
                  <a:pt x="0" y="278274"/>
                  <a:pt x="0" y="278274"/>
                </a:cubicBezTo>
                <a:cubicBezTo>
                  <a:pt x="0" y="278274"/>
                  <a:pt x="0" y="271649"/>
                  <a:pt x="6634" y="271649"/>
                </a:cubicBezTo>
                <a:cubicBezTo>
                  <a:pt x="205651" y="159014"/>
                  <a:pt x="205651" y="159014"/>
                  <a:pt x="205651" y="159014"/>
                </a:cubicBezTo>
                <a:cubicBezTo>
                  <a:pt x="205651" y="159014"/>
                  <a:pt x="212285" y="159014"/>
                  <a:pt x="212285" y="159014"/>
                </a:cubicBezTo>
                <a:cubicBezTo>
                  <a:pt x="212285" y="46379"/>
                  <a:pt x="212285" y="46379"/>
                  <a:pt x="212285" y="46379"/>
                </a:cubicBezTo>
                <a:cubicBezTo>
                  <a:pt x="212285" y="13251"/>
                  <a:pt x="225553" y="0"/>
                  <a:pt x="238821" y="0"/>
                </a:cubicBezTo>
                <a:cubicBezTo>
                  <a:pt x="258723" y="0"/>
                  <a:pt x="271990" y="13251"/>
                  <a:pt x="271990" y="46379"/>
                </a:cubicBezTo>
                <a:close/>
              </a:path>
            </a:pathLst>
          </a:custGeom>
          <a:solidFill>
            <a:srgbClr val="F4EBD0"/>
          </a:solidFill>
        </p:spPr>
      </p:sp>
      <p:sp>
        <p:nvSpPr>
          <p:cNvPr id="24" name="Text 22"/>
          <p:cNvSpPr/>
          <p:nvPr/>
        </p:nvSpPr>
        <p:spPr>
          <a:xfrm>
            <a:off x="5834169" y="1570275"/>
            <a:ext cx="505460" cy="5048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25" name="Shape 23"/>
          <p:cNvSpPr/>
          <p:nvPr>
            <p:custDataLst>
              <p:tags r:id="rId9"/>
            </p:custDataLst>
          </p:nvPr>
        </p:nvSpPr>
        <p:spPr>
          <a:xfrm>
            <a:off x="7837170" y="3192684"/>
            <a:ext cx="505460" cy="504825"/>
          </a:xfrm>
          <a:custGeom>
            <a:avLst/>
            <a:gdLst/>
            <a:ahLst/>
            <a:cxnLst/>
            <a:rect l="l" t="t" r="r" b="b"/>
            <a:pathLst>
              <a:path w="505460" h="504825">
                <a:moveTo>
                  <a:pt x="271990" y="46379"/>
                </a:moveTo>
                <a:cubicBezTo>
                  <a:pt x="271990" y="159014"/>
                  <a:pt x="271990" y="159014"/>
                  <a:pt x="271990" y="159014"/>
                </a:cubicBezTo>
                <a:cubicBezTo>
                  <a:pt x="271990" y="159014"/>
                  <a:pt x="271990" y="159014"/>
                  <a:pt x="271990" y="159014"/>
                </a:cubicBezTo>
                <a:cubicBezTo>
                  <a:pt x="477642" y="271649"/>
                  <a:pt x="477642" y="271649"/>
                  <a:pt x="477642" y="271649"/>
                </a:cubicBezTo>
                <a:cubicBezTo>
                  <a:pt x="477642" y="271649"/>
                  <a:pt x="484276" y="278274"/>
                  <a:pt x="484276" y="278274"/>
                </a:cubicBezTo>
                <a:cubicBezTo>
                  <a:pt x="484276" y="278274"/>
                  <a:pt x="484276" y="278274"/>
                  <a:pt x="484276" y="278274"/>
                </a:cubicBezTo>
                <a:cubicBezTo>
                  <a:pt x="484276" y="311402"/>
                  <a:pt x="484276" y="311402"/>
                  <a:pt x="484276" y="311402"/>
                </a:cubicBezTo>
                <a:cubicBezTo>
                  <a:pt x="484276" y="311402"/>
                  <a:pt x="477642" y="318028"/>
                  <a:pt x="471008" y="318028"/>
                </a:cubicBezTo>
                <a:cubicBezTo>
                  <a:pt x="471008" y="318028"/>
                  <a:pt x="471008" y="318028"/>
                  <a:pt x="471008" y="318028"/>
                </a:cubicBezTo>
                <a:cubicBezTo>
                  <a:pt x="271990" y="271649"/>
                  <a:pt x="271990" y="271649"/>
                  <a:pt x="271990" y="271649"/>
                </a:cubicBezTo>
                <a:cubicBezTo>
                  <a:pt x="271990" y="404160"/>
                  <a:pt x="271990" y="404160"/>
                  <a:pt x="271990" y="404160"/>
                </a:cubicBezTo>
                <a:cubicBezTo>
                  <a:pt x="318428" y="443914"/>
                  <a:pt x="318428" y="443914"/>
                  <a:pt x="318428" y="443914"/>
                </a:cubicBezTo>
                <a:cubicBezTo>
                  <a:pt x="325062" y="443914"/>
                  <a:pt x="325062" y="450539"/>
                  <a:pt x="325062" y="450539"/>
                </a:cubicBezTo>
                <a:cubicBezTo>
                  <a:pt x="325062" y="450539"/>
                  <a:pt x="325062" y="450539"/>
                  <a:pt x="325062" y="450539"/>
                </a:cubicBezTo>
                <a:cubicBezTo>
                  <a:pt x="325062" y="470416"/>
                  <a:pt x="325062" y="470416"/>
                  <a:pt x="325062" y="470416"/>
                </a:cubicBezTo>
                <a:cubicBezTo>
                  <a:pt x="325062" y="477042"/>
                  <a:pt x="318428" y="483667"/>
                  <a:pt x="318428" y="483667"/>
                </a:cubicBezTo>
                <a:cubicBezTo>
                  <a:pt x="311794" y="483667"/>
                  <a:pt x="311794" y="483667"/>
                  <a:pt x="311794" y="477042"/>
                </a:cubicBezTo>
                <a:cubicBezTo>
                  <a:pt x="252089" y="457165"/>
                  <a:pt x="252089" y="457165"/>
                  <a:pt x="252089" y="457165"/>
                </a:cubicBezTo>
                <a:cubicBezTo>
                  <a:pt x="245455" y="457165"/>
                  <a:pt x="245455" y="457165"/>
                  <a:pt x="238821" y="457165"/>
                </a:cubicBezTo>
                <a:cubicBezTo>
                  <a:pt x="238821" y="457165"/>
                  <a:pt x="238821" y="457165"/>
                  <a:pt x="238821" y="457165"/>
                </a:cubicBezTo>
                <a:cubicBezTo>
                  <a:pt x="238821" y="457165"/>
                  <a:pt x="232187" y="457165"/>
                  <a:pt x="232187" y="457165"/>
                </a:cubicBezTo>
                <a:cubicBezTo>
                  <a:pt x="165848" y="477042"/>
                  <a:pt x="165848" y="477042"/>
                  <a:pt x="165848" y="477042"/>
                </a:cubicBezTo>
                <a:cubicBezTo>
                  <a:pt x="165848" y="483667"/>
                  <a:pt x="165848" y="483667"/>
                  <a:pt x="165848" y="483667"/>
                </a:cubicBezTo>
                <a:cubicBezTo>
                  <a:pt x="159214" y="483667"/>
                  <a:pt x="159214" y="477042"/>
                  <a:pt x="159214" y="470416"/>
                </a:cubicBezTo>
                <a:cubicBezTo>
                  <a:pt x="159214" y="450539"/>
                  <a:pt x="159214" y="450539"/>
                  <a:pt x="159214" y="450539"/>
                </a:cubicBezTo>
                <a:cubicBezTo>
                  <a:pt x="159214" y="450539"/>
                  <a:pt x="159214" y="450539"/>
                  <a:pt x="159214" y="450539"/>
                </a:cubicBezTo>
                <a:cubicBezTo>
                  <a:pt x="159214" y="450539"/>
                  <a:pt x="159214" y="443914"/>
                  <a:pt x="159214" y="443914"/>
                </a:cubicBezTo>
                <a:cubicBezTo>
                  <a:pt x="212285" y="404160"/>
                  <a:pt x="212285" y="404160"/>
                  <a:pt x="212285" y="404160"/>
                </a:cubicBezTo>
                <a:cubicBezTo>
                  <a:pt x="212285" y="271649"/>
                  <a:pt x="212285" y="271649"/>
                  <a:pt x="212285" y="271649"/>
                </a:cubicBezTo>
                <a:cubicBezTo>
                  <a:pt x="6634" y="318028"/>
                  <a:pt x="6634" y="318028"/>
                  <a:pt x="6634" y="318028"/>
                </a:cubicBezTo>
                <a:cubicBezTo>
                  <a:pt x="6634" y="318028"/>
                  <a:pt x="6634" y="318028"/>
                  <a:pt x="6634" y="318028"/>
                </a:cubicBezTo>
                <a:cubicBezTo>
                  <a:pt x="0" y="318028"/>
                  <a:pt x="0" y="311402"/>
                  <a:pt x="0" y="311402"/>
                </a:cubicBezTo>
                <a:cubicBezTo>
                  <a:pt x="0" y="278274"/>
                  <a:pt x="0" y="278274"/>
                  <a:pt x="0" y="278274"/>
                </a:cubicBezTo>
                <a:cubicBezTo>
                  <a:pt x="0" y="278274"/>
                  <a:pt x="0" y="278274"/>
                  <a:pt x="0" y="278274"/>
                </a:cubicBezTo>
                <a:cubicBezTo>
                  <a:pt x="0" y="278274"/>
                  <a:pt x="0" y="271649"/>
                  <a:pt x="6634" y="271649"/>
                </a:cubicBezTo>
                <a:cubicBezTo>
                  <a:pt x="205651" y="159014"/>
                  <a:pt x="205651" y="159014"/>
                  <a:pt x="205651" y="159014"/>
                </a:cubicBezTo>
                <a:cubicBezTo>
                  <a:pt x="205651" y="159014"/>
                  <a:pt x="212285" y="159014"/>
                  <a:pt x="212285" y="159014"/>
                </a:cubicBezTo>
                <a:cubicBezTo>
                  <a:pt x="212285" y="46379"/>
                  <a:pt x="212285" y="46379"/>
                  <a:pt x="212285" y="46379"/>
                </a:cubicBezTo>
                <a:cubicBezTo>
                  <a:pt x="212285" y="13251"/>
                  <a:pt x="225553" y="0"/>
                  <a:pt x="238821" y="0"/>
                </a:cubicBezTo>
                <a:cubicBezTo>
                  <a:pt x="258723" y="0"/>
                  <a:pt x="271990" y="13251"/>
                  <a:pt x="271990" y="46379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26" name="Text 24"/>
          <p:cNvSpPr/>
          <p:nvPr/>
        </p:nvSpPr>
        <p:spPr>
          <a:xfrm>
            <a:off x="7837170" y="3192684"/>
            <a:ext cx="505460" cy="5048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27" name="Shape 25"/>
          <p:cNvSpPr/>
          <p:nvPr>
            <p:custDataLst>
              <p:tags r:id="rId10"/>
            </p:custDataLst>
          </p:nvPr>
        </p:nvSpPr>
        <p:spPr>
          <a:xfrm>
            <a:off x="7229528" y="4874260"/>
            <a:ext cx="505460" cy="504825"/>
          </a:xfrm>
          <a:custGeom>
            <a:avLst/>
            <a:gdLst/>
            <a:ahLst/>
            <a:cxnLst/>
            <a:rect l="l" t="t" r="r" b="b"/>
            <a:pathLst>
              <a:path w="505460" h="504825">
                <a:moveTo>
                  <a:pt x="271990" y="46379"/>
                </a:moveTo>
                <a:cubicBezTo>
                  <a:pt x="271990" y="159014"/>
                  <a:pt x="271990" y="159014"/>
                  <a:pt x="271990" y="159014"/>
                </a:cubicBezTo>
                <a:cubicBezTo>
                  <a:pt x="271990" y="159014"/>
                  <a:pt x="271990" y="159014"/>
                  <a:pt x="271990" y="159014"/>
                </a:cubicBezTo>
                <a:cubicBezTo>
                  <a:pt x="477642" y="271649"/>
                  <a:pt x="477642" y="271649"/>
                  <a:pt x="477642" y="271649"/>
                </a:cubicBezTo>
                <a:cubicBezTo>
                  <a:pt x="477642" y="271649"/>
                  <a:pt x="484276" y="278274"/>
                  <a:pt x="484276" y="278274"/>
                </a:cubicBezTo>
                <a:cubicBezTo>
                  <a:pt x="484276" y="278274"/>
                  <a:pt x="484276" y="278274"/>
                  <a:pt x="484276" y="278274"/>
                </a:cubicBezTo>
                <a:cubicBezTo>
                  <a:pt x="484276" y="311402"/>
                  <a:pt x="484276" y="311402"/>
                  <a:pt x="484276" y="311402"/>
                </a:cubicBezTo>
                <a:cubicBezTo>
                  <a:pt x="484276" y="311402"/>
                  <a:pt x="477642" y="318028"/>
                  <a:pt x="471008" y="318028"/>
                </a:cubicBezTo>
                <a:cubicBezTo>
                  <a:pt x="471008" y="318028"/>
                  <a:pt x="471008" y="318028"/>
                  <a:pt x="471008" y="318028"/>
                </a:cubicBezTo>
                <a:cubicBezTo>
                  <a:pt x="271990" y="271649"/>
                  <a:pt x="271990" y="271649"/>
                  <a:pt x="271990" y="271649"/>
                </a:cubicBezTo>
                <a:cubicBezTo>
                  <a:pt x="271990" y="404160"/>
                  <a:pt x="271990" y="404160"/>
                  <a:pt x="271990" y="404160"/>
                </a:cubicBezTo>
                <a:cubicBezTo>
                  <a:pt x="318428" y="443914"/>
                  <a:pt x="318428" y="443914"/>
                  <a:pt x="318428" y="443914"/>
                </a:cubicBezTo>
                <a:cubicBezTo>
                  <a:pt x="325062" y="443914"/>
                  <a:pt x="325062" y="450539"/>
                  <a:pt x="325062" y="450539"/>
                </a:cubicBezTo>
                <a:cubicBezTo>
                  <a:pt x="325062" y="450539"/>
                  <a:pt x="325062" y="450539"/>
                  <a:pt x="325062" y="450539"/>
                </a:cubicBezTo>
                <a:cubicBezTo>
                  <a:pt x="325062" y="470416"/>
                  <a:pt x="325062" y="470416"/>
                  <a:pt x="325062" y="470416"/>
                </a:cubicBezTo>
                <a:cubicBezTo>
                  <a:pt x="325062" y="477042"/>
                  <a:pt x="318428" y="483667"/>
                  <a:pt x="318428" y="483667"/>
                </a:cubicBezTo>
                <a:cubicBezTo>
                  <a:pt x="311794" y="483667"/>
                  <a:pt x="311794" y="483667"/>
                  <a:pt x="311794" y="477042"/>
                </a:cubicBezTo>
                <a:cubicBezTo>
                  <a:pt x="252089" y="457165"/>
                  <a:pt x="252089" y="457165"/>
                  <a:pt x="252089" y="457165"/>
                </a:cubicBezTo>
                <a:cubicBezTo>
                  <a:pt x="245455" y="457165"/>
                  <a:pt x="245455" y="457165"/>
                  <a:pt x="238821" y="457165"/>
                </a:cubicBezTo>
                <a:cubicBezTo>
                  <a:pt x="238821" y="457165"/>
                  <a:pt x="238821" y="457165"/>
                  <a:pt x="238821" y="457165"/>
                </a:cubicBezTo>
                <a:cubicBezTo>
                  <a:pt x="238821" y="457165"/>
                  <a:pt x="232187" y="457165"/>
                  <a:pt x="232187" y="457165"/>
                </a:cubicBezTo>
                <a:cubicBezTo>
                  <a:pt x="165848" y="477042"/>
                  <a:pt x="165848" y="477042"/>
                  <a:pt x="165848" y="477042"/>
                </a:cubicBezTo>
                <a:cubicBezTo>
                  <a:pt x="165848" y="483667"/>
                  <a:pt x="165848" y="483667"/>
                  <a:pt x="165848" y="483667"/>
                </a:cubicBezTo>
                <a:cubicBezTo>
                  <a:pt x="159214" y="483667"/>
                  <a:pt x="159214" y="477042"/>
                  <a:pt x="159214" y="470416"/>
                </a:cubicBezTo>
                <a:cubicBezTo>
                  <a:pt x="159214" y="450539"/>
                  <a:pt x="159214" y="450539"/>
                  <a:pt x="159214" y="450539"/>
                </a:cubicBezTo>
                <a:cubicBezTo>
                  <a:pt x="159214" y="450539"/>
                  <a:pt x="159214" y="450539"/>
                  <a:pt x="159214" y="450539"/>
                </a:cubicBezTo>
                <a:cubicBezTo>
                  <a:pt x="159214" y="450539"/>
                  <a:pt x="159214" y="443914"/>
                  <a:pt x="159214" y="443914"/>
                </a:cubicBezTo>
                <a:cubicBezTo>
                  <a:pt x="212285" y="404160"/>
                  <a:pt x="212285" y="404160"/>
                  <a:pt x="212285" y="404160"/>
                </a:cubicBezTo>
                <a:cubicBezTo>
                  <a:pt x="212285" y="271649"/>
                  <a:pt x="212285" y="271649"/>
                  <a:pt x="212285" y="271649"/>
                </a:cubicBezTo>
                <a:cubicBezTo>
                  <a:pt x="6634" y="318028"/>
                  <a:pt x="6634" y="318028"/>
                  <a:pt x="6634" y="318028"/>
                </a:cubicBezTo>
                <a:cubicBezTo>
                  <a:pt x="6634" y="318028"/>
                  <a:pt x="6634" y="318028"/>
                  <a:pt x="6634" y="318028"/>
                </a:cubicBezTo>
                <a:cubicBezTo>
                  <a:pt x="0" y="318028"/>
                  <a:pt x="0" y="311402"/>
                  <a:pt x="0" y="311402"/>
                </a:cubicBezTo>
                <a:cubicBezTo>
                  <a:pt x="0" y="278274"/>
                  <a:pt x="0" y="278274"/>
                  <a:pt x="0" y="278274"/>
                </a:cubicBezTo>
                <a:cubicBezTo>
                  <a:pt x="0" y="278274"/>
                  <a:pt x="0" y="278274"/>
                  <a:pt x="0" y="278274"/>
                </a:cubicBezTo>
                <a:cubicBezTo>
                  <a:pt x="0" y="278274"/>
                  <a:pt x="0" y="271649"/>
                  <a:pt x="6634" y="271649"/>
                </a:cubicBezTo>
                <a:cubicBezTo>
                  <a:pt x="205651" y="159014"/>
                  <a:pt x="205651" y="159014"/>
                  <a:pt x="205651" y="159014"/>
                </a:cubicBezTo>
                <a:cubicBezTo>
                  <a:pt x="205651" y="159014"/>
                  <a:pt x="212285" y="159014"/>
                  <a:pt x="212285" y="159014"/>
                </a:cubicBezTo>
                <a:cubicBezTo>
                  <a:pt x="212285" y="46379"/>
                  <a:pt x="212285" y="46379"/>
                  <a:pt x="212285" y="46379"/>
                </a:cubicBezTo>
                <a:cubicBezTo>
                  <a:pt x="212285" y="13251"/>
                  <a:pt x="225553" y="0"/>
                  <a:pt x="238821" y="0"/>
                </a:cubicBezTo>
                <a:cubicBezTo>
                  <a:pt x="258723" y="0"/>
                  <a:pt x="271990" y="13251"/>
                  <a:pt x="271990" y="46379"/>
                </a:cubicBezTo>
                <a:close/>
              </a:path>
            </a:pathLst>
          </a:custGeom>
          <a:solidFill>
            <a:srgbClr val="2835DE"/>
          </a:solidFill>
        </p:spPr>
      </p:sp>
      <p:sp>
        <p:nvSpPr>
          <p:cNvPr id="28" name="Text 26"/>
          <p:cNvSpPr/>
          <p:nvPr/>
        </p:nvSpPr>
        <p:spPr>
          <a:xfrm>
            <a:off x="7229528" y="4874260"/>
            <a:ext cx="505460" cy="5048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29" name="Shape 27"/>
          <p:cNvSpPr/>
          <p:nvPr>
            <p:custDataLst>
              <p:tags r:id="rId11"/>
            </p:custDataLst>
          </p:nvPr>
        </p:nvSpPr>
        <p:spPr>
          <a:xfrm>
            <a:off x="4494612" y="2613025"/>
            <a:ext cx="505460" cy="504825"/>
          </a:xfrm>
          <a:custGeom>
            <a:avLst/>
            <a:gdLst/>
            <a:ahLst/>
            <a:cxnLst/>
            <a:rect l="l" t="t" r="r" b="b"/>
            <a:pathLst>
              <a:path w="505460" h="504825">
                <a:moveTo>
                  <a:pt x="271990" y="46379"/>
                </a:moveTo>
                <a:cubicBezTo>
                  <a:pt x="271990" y="159014"/>
                  <a:pt x="271990" y="159014"/>
                  <a:pt x="271990" y="159014"/>
                </a:cubicBezTo>
                <a:cubicBezTo>
                  <a:pt x="271990" y="159014"/>
                  <a:pt x="271990" y="159014"/>
                  <a:pt x="271990" y="159014"/>
                </a:cubicBezTo>
                <a:cubicBezTo>
                  <a:pt x="477642" y="271649"/>
                  <a:pt x="477642" y="271649"/>
                  <a:pt x="477642" y="271649"/>
                </a:cubicBezTo>
                <a:cubicBezTo>
                  <a:pt x="477642" y="271649"/>
                  <a:pt x="484276" y="278274"/>
                  <a:pt x="484276" y="278274"/>
                </a:cubicBezTo>
                <a:cubicBezTo>
                  <a:pt x="484276" y="278274"/>
                  <a:pt x="484276" y="278274"/>
                  <a:pt x="484276" y="278274"/>
                </a:cubicBezTo>
                <a:cubicBezTo>
                  <a:pt x="484276" y="311402"/>
                  <a:pt x="484276" y="311402"/>
                  <a:pt x="484276" y="311402"/>
                </a:cubicBezTo>
                <a:cubicBezTo>
                  <a:pt x="484276" y="311402"/>
                  <a:pt x="477642" y="318028"/>
                  <a:pt x="471008" y="318028"/>
                </a:cubicBezTo>
                <a:cubicBezTo>
                  <a:pt x="471008" y="318028"/>
                  <a:pt x="471008" y="318028"/>
                  <a:pt x="471008" y="318028"/>
                </a:cubicBezTo>
                <a:cubicBezTo>
                  <a:pt x="271990" y="271649"/>
                  <a:pt x="271990" y="271649"/>
                  <a:pt x="271990" y="271649"/>
                </a:cubicBezTo>
                <a:cubicBezTo>
                  <a:pt x="271990" y="404160"/>
                  <a:pt x="271990" y="404160"/>
                  <a:pt x="271990" y="404160"/>
                </a:cubicBezTo>
                <a:cubicBezTo>
                  <a:pt x="318428" y="443914"/>
                  <a:pt x="318428" y="443914"/>
                  <a:pt x="318428" y="443914"/>
                </a:cubicBezTo>
                <a:cubicBezTo>
                  <a:pt x="325062" y="443914"/>
                  <a:pt x="325062" y="450539"/>
                  <a:pt x="325062" y="450539"/>
                </a:cubicBezTo>
                <a:cubicBezTo>
                  <a:pt x="325062" y="450539"/>
                  <a:pt x="325062" y="450539"/>
                  <a:pt x="325062" y="450539"/>
                </a:cubicBezTo>
                <a:cubicBezTo>
                  <a:pt x="325062" y="470416"/>
                  <a:pt x="325062" y="470416"/>
                  <a:pt x="325062" y="470416"/>
                </a:cubicBezTo>
                <a:cubicBezTo>
                  <a:pt x="325062" y="477042"/>
                  <a:pt x="318428" y="483667"/>
                  <a:pt x="318428" y="483667"/>
                </a:cubicBezTo>
                <a:cubicBezTo>
                  <a:pt x="311794" y="483667"/>
                  <a:pt x="311794" y="483667"/>
                  <a:pt x="311794" y="477042"/>
                </a:cubicBezTo>
                <a:cubicBezTo>
                  <a:pt x="252089" y="457165"/>
                  <a:pt x="252089" y="457165"/>
                  <a:pt x="252089" y="457165"/>
                </a:cubicBezTo>
                <a:cubicBezTo>
                  <a:pt x="245455" y="457165"/>
                  <a:pt x="245455" y="457165"/>
                  <a:pt x="238821" y="457165"/>
                </a:cubicBezTo>
                <a:cubicBezTo>
                  <a:pt x="238821" y="457165"/>
                  <a:pt x="238821" y="457165"/>
                  <a:pt x="238821" y="457165"/>
                </a:cubicBezTo>
                <a:cubicBezTo>
                  <a:pt x="238821" y="457165"/>
                  <a:pt x="232187" y="457165"/>
                  <a:pt x="232187" y="457165"/>
                </a:cubicBezTo>
                <a:cubicBezTo>
                  <a:pt x="165848" y="477042"/>
                  <a:pt x="165848" y="477042"/>
                  <a:pt x="165848" y="477042"/>
                </a:cubicBezTo>
                <a:cubicBezTo>
                  <a:pt x="165848" y="483667"/>
                  <a:pt x="165848" y="483667"/>
                  <a:pt x="165848" y="483667"/>
                </a:cubicBezTo>
                <a:cubicBezTo>
                  <a:pt x="159214" y="483667"/>
                  <a:pt x="159214" y="477042"/>
                  <a:pt x="159214" y="470416"/>
                </a:cubicBezTo>
                <a:cubicBezTo>
                  <a:pt x="159214" y="450539"/>
                  <a:pt x="159214" y="450539"/>
                  <a:pt x="159214" y="450539"/>
                </a:cubicBezTo>
                <a:cubicBezTo>
                  <a:pt x="159214" y="450539"/>
                  <a:pt x="159214" y="450539"/>
                  <a:pt x="159214" y="450539"/>
                </a:cubicBezTo>
                <a:cubicBezTo>
                  <a:pt x="159214" y="450539"/>
                  <a:pt x="159214" y="443914"/>
                  <a:pt x="159214" y="443914"/>
                </a:cubicBezTo>
                <a:cubicBezTo>
                  <a:pt x="212285" y="404160"/>
                  <a:pt x="212285" y="404160"/>
                  <a:pt x="212285" y="404160"/>
                </a:cubicBezTo>
                <a:cubicBezTo>
                  <a:pt x="212285" y="271649"/>
                  <a:pt x="212285" y="271649"/>
                  <a:pt x="212285" y="271649"/>
                </a:cubicBezTo>
                <a:cubicBezTo>
                  <a:pt x="6634" y="318028"/>
                  <a:pt x="6634" y="318028"/>
                  <a:pt x="6634" y="318028"/>
                </a:cubicBezTo>
                <a:cubicBezTo>
                  <a:pt x="6634" y="318028"/>
                  <a:pt x="6634" y="318028"/>
                  <a:pt x="6634" y="318028"/>
                </a:cubicBezTo>
                <a:cubicBezTo>
                  <a:pt x="0" y="318028"/>
                  <a:pt x="0" y="311402"/>
                  <a:pt x="0" y="311402"/>
                </a:cubicBezTo>
                <a:cubicBezTo>
                  <a:pt x="0" y="278274"/>
                  <a:pt x="0" y="278274"/>
                  <a:pt x="0" y="278274"/>
                </a:cubicBezTo>
                <a:cubicBezTo>
                  <a:pt x="0" y="278274"/>
                  <a:pt x="0" y="278274"/>
                  <a:pt x="0" y="278274"/>
                </a:cubicBezTo>
                <a:cubicBezTo>
                  <a:pt x="0" y="278274"/>
                  <a:pt x="0" y="271649"/>
                  <a:pt x="6634" y="271649"/>
                </a:cubicBezTo>
                <a:cubicBezTo>
                  <a:pt x="205651" y="159014"/>
                  <a:pt x="205651" y="159014"/>
                  <a:pt x="205651" y="159014"/>
                </a:cubicBezTo>
                <a:cubicBezTo>
                  <a:pt x="205651" y="159014"/>
                  <a:pt x="212285" y="159014"/>
                  <a:pt x="212285" y="159014"/>
                </a:cubicBezTo>
                <a:cubicBezTo>
                  <a:pt x="212285" y="46379"/>
                  <a:pt x="212285" y="46379"/>
                  <a:pt x="212285" y="46379"/>
                </a:cubicBezTo>
                <a:cubicBezTo>
                  <a:pt x="212285" y="13251"/>
                  <a:pt x="225553" y="0"/>
                  <a:pt x="238821" y="0"/>
                </a:cubicBezTo>
                <a:cubicBezTo>
                  <a:pt x="258723" y="0"/>
                  <a:pt x="271990" y="13251"/>
                  <a:pt x="271990" y="46379"/>
                </a:cubicBezTo>
                <a:close/>
              </a:path>
            </a:pathLst>
          </a:custGeom>
          <a:solidFill>
            <a:srgbClr val="2835DE"/>
          </a:solidFill>
        </p:spPr>
      </p:sp>
      <p:sp>
        <p:nvSpPr>
          <p:cNvPr id="30" name="Text 28"/>
          <p:cNvSpPr/>
          <p:nvPr/>
        </p:nvSpPr>
        <p:spPr>
          <a:xfrm>
            <a:off x="4494612" y="2613025"/>
            <a:ext cx="505460" cy="5048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31" name="Shape 29"/>
          <p:cNvSpPr/>
          <p:nvPr>
            <p:custDataLst>
              <p:tags r:id="rId12"/>
            </p:custDataLst>
          </p:nvPr>
        </p:nvSpPr>
        <p:spPr>
          <a:xfrm>
            <a:off x="4400550" y="4538345"/>
            <a:ext cx="505460" cy="504825"/>
          </a:xfrm>
          <a:custGeom>
            <a:avLst/>
            <a:gdLst/>
            <a:ahLst/>
            <a:cxnLst/>
            <a:rect l="l" t="t" r="r" b="b"/>
            <a:pathLst>
              <a:path w="505460" h="504825">
                <a:moveTo>
                  <a:pt x="271990" y="46379"/>
                </a:moveTo>
                <a:cubicBezTo>
                  <a:pt x="271990" y="159014"/>
                  <a:pt x="271990" y="159014"/>
                  <a:pt x="271990" y="159014"/>
                </a:cubicBezTo>
                <a:cubicBezTo>
                  <a:pt x="271990" y="159014"/>
                  <a:pt x="271990" y="159014"/>
                  <a:pt x="271990" y="159014"/>
                </a:cubicBezTo>
                <a:cubicBezTo>
                  <a:pt x="477642" y="271649"/>
                  <a:pt x="477642" y="271649"/>
                  <a:pt x="477642" y="271649"/>
                </a:cubicBezTo>
                <a:cubicBezTo>
                  <a:pt x="477642" y="271649"/>
                  <a:pt x="484276" y="278274"/>
                  <a:pt x="484276" y="278274"/>
                </a:cubicBezTo>
                <a:cubicBezTo>
                  <a:pt x="484276" y="278274"/>
                  <a:pt x="484276" y="278274"/>
                  <a:pt x="484276" y="278274"/>
                </a:cubicBezTo>
                <a:cubicBezTo>
                  <a:pt x="484276" y="311402"/>
                  <a:pt x="484276" y="311402"/>
                  <a:pt x="484276" y="311402"/>
                </a:cubicBezTo>
                <a:cubicBezTo>
                  <a:pt x="484276" y="311402"/>
                  <a:pt x="477642" y="318028"/>
                  <a:pt x="471008" y="318028"/>
                </a:cubicBezTo>
                <a:cubicBezTo>
                  <a:pt x="471008" y="318028"/>
                  <a:pt x="471008" y="318028"/>
                  <a:pt x="471008" y="318028"/>
                </a:cubicBezTo>
                <a:cubicBezTo>
                  <a:pt x="271990" y="271649"/>
                  <a:pt x="271990" y="271649"/>
                  <a:pt x="271990" y="271649"/>
                </a:cubicBezTo>
                <a:cubicBezTo>
                  <a:pt x="271990" y="404160"/>
                  <a:pt x="271990" y="404160"/>
                  <a:pt x="271990" y="404160"/>
                </a:cubicBezTo>
                <a:cubicBezTo>
                  <a:pt x="318428" y="443914"/>
                  <a:pt x="318428" y="443914"/>
                  <a:pt x="318428" y="443914"/>
                </a:cubicBezTo>
                <a:cubicBezTo>
                  <a:pt x="325062" y="443914"/>
                  <a:pt x="325062" y="450539"/>
                  <a:pt x="325062" y="450539"/>
                </a:cubicBezTo>
                <a:cubicBezTo>
                  <a:pt x="325062" y="450539"/>
                  <a:pt x="325062" y="450539"/>
                  <a:pt x="325062" y="450539"/>
                </a:cubicBezTo>
                <a:cubicBezTo>
                  <a:pt x="325062" y="470416"/>
                  <a:pt x="325062" y="470416"/>
                  <a:pt x="325062" y="470416"/>
                </a:cubicBezTo>
                <a:cubicBezTo>
                  <a:pt x="325062" y="477042"/>
                  <a:pt x="318428" y="483667"/>
                  <a:pt x="318428" y="483667"/>
                </a:cubicBezTo>
                <a:cubicBezTo>
                  <a:pt x="311794" y="483667"/>
                  <a:pt x="311794" y="483667"/>
                  <a:pt x="311794" y="477042"/>
                </a:cubicBezTo>
                <a:cubicBezTo>
                  <a:pt x="252089" y="457165"/>
                  <a:pt x="252089" y="457165"/>
                  <a:pt x="252089" y="457165"/>
                </a:cubicBezTo>
                <a:cubicBezTo>
                  <a:pt x="245455" y="457165"/>
                  <a:pt x="245455" y="457165"/>
                  <a:pt x="238821" y="457165"/>
                </a:cubicBezTo>
                <a:cubicBezTo>
                  <a:pt x="238821" y="457165"/>
                  <a:pt x="238821" y="457165"/>
                  <a:pt x="238821" y="457165"/>
                </a:cubicBezTo>
                <a:cubicBezTo>
                  <a:pt x="238821" y="457165"/>
                  <a:pt x="232187" y="457165"/>
                  <a:pt x="232187" y="457165"/>
                </a:cubicBezTo>
                <a:cubicBezTo>
                  <a:pt x="165848" y="477042"/>
                  <a:pt x="165848" y="477042"/>
                  <a:pt x="165848" y="477042"/>
                </a:cubicBezTo>
                <a:cubicBezTo>
                  <a:pt x="165848" y="483667"/>
                  <a:pt x="165848" y="483667"/>
                  <a:pt x="165848" y="483667"/>
                </a:cubicBezTo>
                <a:cubicBezTo>
                  <a:pt x="159214" y="483667"/>
                  <a:pt x="159214" y="477042"/>
                  <a:pt x="159214" y="470416"/>
                </a:cubicBezTo>
                <a:cubicBezTo>
                  <a:pt x="159214" y="450539"/>
                  <a:pt x="159214" y="450539"/>
                  <a:pt x="159214" y="450539"/>
                </a:cubicBezTo>
                <a:cubicBezTo>
                  <a:pt x="159214" y="450539"/>
                  <a:pt x="159214" y="450539"/>
                  <a:pt x="159214" y="450539"/>
                </a:cubicBezTo>
                <a:cubicBezTo>
                  <a:pt x="159214" y="450539"/>
                  <a:pt x="159214" y="443914"/>
                  <a:pt x="159214" y="443914"/>
                </a:cubicBezTo>
                <a:cubicBezTo>
                  <a:pt x="212285" y="404160"/>
                  <a:pt x="212285" y="404160"/>
                  <a:pt x="212285" y="404160"/>
                </a:cubicBezTo>
                <a:cubicBezTo>
                  <a:pt x="212285" y="271649"/>
                  <a:pt x="212285" y="271649"/>
                  <a:pt x="212285" y="271649"/>
                </a:cubicBezTo>
                <a:cubicBezTo>
                  <a:pt x="6634" y="318028"/>
                  <a:pt x="6634" y="318028"/>
                  <a:pt x="6634" y="318028"/>
                </a:cubicBezTo>
                <a:cubicBezTo>
                  <a:pt x="6634" y="318028"/>
                  <a:pt x="6634" y="318028"/>
                  <a:pt x="6634" y="318028"/>
                </a:cubicBezTo>
                <a:cubicBezTo>
                  <a:pt x="0" y="318028"/>
                  <a:pt x="0" y="311402"/>
                  <a:pt x="0" y="311402"/>
                </a:cubicBezTo>
                <a:cubicBezTo>
                  <a:pt x="0" y="278274"/>
                  <a:pt x="0" y="278274"/>
                  <a:pt x="0" y="278274"/>
                </a:cubicBezTo>
                <a:cubicBezTo>
                  <a:pt x="0" y="278274"/>
                  <a:pt x="0" y="278274"/>
                  <a:pt x="0" y="278274"/>
                </a:cubicBezTo>
                <a:cubicBezTo>
                  <a:pt x="0" y="278274"/>
                  <a:pt x="0" y="271649"/>
                  <a:pt x="6634" y="271649"/>
                </a:cubicBezTo>
                <a:cubicBezTo>
                  <a:pt x="205651" y="159014"/>
                  <a:pt x="205651" y="159014"/>
                  <a:pt x="205651" y="159014"/>
                </a:cubicBezTo>
                <a:cubicBezTo>
                  <a:pt x="205651" y="159014"/>
                  <a:pt x="212285" y="159014"/>
                  <a:pt x="212285" y="159014"/>
                </a:cubicBezTo>
                <a:cubicBezTo>
                  <a:pt x="212285" y="46379"/>
                  <a:pt x="212285" y="46379"/>
                  <a:pt x="212285" y="46379"/>
                </a:cubicBezTo>
                <a:cubicBezTo>
                  <a:pt x="212285" y="13251"/>
                  <a:pt x="225553" y="0"/>
                  <a:pt x="238821" y="0"/>
                </a:cubicBezTo>
                <a:cubicBezTo>
                  <a:pt x="258723" y="0"/>
                  <a:pt x="271990" y="13251"/>
                  <a:pt x="271990" y="46379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32" name="Text 30"/>
          <p:cNvSpPr/>
          <p:nvPr/>
        </p:nvSpPr>
        <p:spPr>
          <a:xfrm>
            <a:off x="4400550" y="4538345"/>
            <a:ext cx="505460" cy="5048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33" name="Text 31"/>
          <p:cNvSpPr/>
          <p:nvPr>
            <p:custDataLst>
              <p:tags r:id="rId13"/>
            </p:custDataLst>
          </p:nvPr>
        </p:nvSpPr>
        <p:spPr>
          <a:xfrm>
            <a:off x="6487946" y="2043350"/>
            <a:ext cx="4462145" cy="50165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375"/>
              </a:spcBef>
              <a:buNone/>
            </a:pPr>
            <a:r>
              <a:rPr lang="zh-CN" altLang="en-US" sz="135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成员交流各自模块设计思路，方便</a:t>
            </a:r>
            <a:r>
              <a:rPr lang="en-US" altLang="zh-CN" sz="135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</a:t>
            </a:r>
            <a:r>
              <a:rPr lang="zh-CN" altLang="en-US" sz="135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接口的统一</a:t>
            </a:r>
            <a:r>
              <a:rPr lang="zh-CN" altLang="en-US" sz="135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管理。</a:t>
            </a:r>
            <a:endParaRPr lang="zh-CN" altLang="en-US" sz="1350" dirty="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4" name="Text 32"/>
          <p:cNvSpPr/>
          <p:nvPr>
            <p:custDataLst>
              <p:tags r:id="rId14"/>
            </p:custDataLst>
          </p:nvPr>
        </p:nvSpPr>
        <p:spPr>
          <a:xfrm>
            <a:off x="6487946" y="1504235"/>
            <a:ext cx="4083944" cy="456565"/>
          </a:xfrm>
          <a:prstGeom prst="rect">
            <a:avLst/>
          </a:prstGeom>
          <a:noFill/>
        </p:spPr>
        <p:txBody>
          <a:bodyPr wrap="square" lIns="95250" tIns="95250" rIns="95250" bIns="95250" rtlCol="0" anchor="b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1725" b="1" dirty="0"/>
              <a:t>及时沟通</a:t>
            </a:r>
            <a:endParaRPr lang="zh-CN" altLang="en-US" sz="1725" b="1" dirty="0"/>
          </a:p>
        </p:txBody>
      </p:sp>
      <p:sp>
        <p:nvSpPr>
          <p:cNvPr id="35" name="Text 33"/>
          <p:cNvSpPr/>
          <p:nvPr>
            <p:custDataLst>
              <p:tags r:id="rId15"/>
            </p:custDataLst>
          </p:nvPr>
        </p:nvSpPr>
        <p:spPr>
          <a:xfrm>
            <a:off x="8472170" y="3458730"/>
            <a:ext cx="3162300" cy="47625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375"/>
              </a:spcBef>
              <a:buNone/>
            </a:pPr>
            <a:r>
              <a:rPr lang="en-US" sz="135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此处添加详细文本描述，建议与标题相关并符合整体语言风格，语言描述尽量简活生动</a:t>
            </a:r>
            <a:endParaRPr lang="en-US" sz="1350" dirty="0"/>
          </a:p>
        </p:txBody>
      </p:sp>
      <p:sp>
        <p:nvSpPr>
          <p:cNvPr id="36" name="Text 34"/>
          <p:cNvSpPr/>
          <p:nvPr>
            <p:custDataLst>
              <p:tags r:id="rId16"/>
            </p:custDataLst>
          </p:nvPr>
        </p:nvSpPr>
        <p:spPr>
          <a:xfrm>
            <a:off x="8472170" y="2785745"/>
            <a:ext cx="3162300" cy="722630"/>
          </a:xfrm>
          <a:prstGeom prst="rect">
            <a:avLst/>
          </a:prstGeom>
          <a:noFill/>
        </p:spPr>
        <p:txBody>
          <a:bodyPr wrap="square" lIns="95250" tIns="95250" rIns="95250" bIns="95250" rtlCol="0" anchor="b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172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采用合理算法，能减少调试</a:t>
            </a:r>
            <a:r>
              <a:rPr lang="zh-CN" altLang="en-US" sz="172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难度</a:t>
            </a:r>
            <a:endParaRPr lang="zh-CN" altLang="en-US" sz="1725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7" name="Text 35"/>
          <p:cNvSpPr/>
          <p:nvPr>
            <p:custDataLst>
              <p:tags r:id="rId17"/>
            </p:custDataLst>
          </p:nvPr>
        </p:nvSpPr>
        <p:spPr>
          <a:xfrm>
            <a:off x="7837170" y="5206427"/>
            <a:ext cx="3162300" cy="112522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375"/>
              </a:spcBef>
              <a:buNone/>
            </a:pPr>
            <a:r>
              <a:rPr lang="zh-CN" altLang="en-US" sz="135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程序时要根据经验与仿真，根据可能出现的的故障提供不同解决方案，避免系统单点故障导致整个</a:t>
            </a:r>
            <a:r>
              <a:rPr lang="zh-CN" altLang="en-US" sz="135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项目失败。</a:t>
            </a:r>
            <a:endParaRPr lang="zh-CN" altLang="en-US" sz="1350" dirty="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8" name="Text 36"/>
          <p:cNvSpPr/>
          <p:nvPr>
            <p:custDataLst>
              <p:tags r:id="rId18"/>
            </p:custDataLst>
          </p:nvPr>
        </p:nvSpPr>
        <p:spPr>
          <a:xfrm>
            <a:off x="7837170" y="4677639"/>
            <a:ext cx="3162300" cy="456565"/>
          </a:xfrm>
          <a:prstGeom prst="rect">
            <a:avLst/>
          </a:prstGeom>
          <a:noFill/>
        </p:spPr>
        <p:txBody>
          <a:bodyPr wrap="square" lIns="95250" tIns="95250" rIns="95250" bIns="95250" rtlCol="0" anchor="b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1725" b="1" dirty="0"/>
              <a:t>容错设计</a:t>
            </a:r>
            <a:endParaRPr lang="zh-CN" altLang="en-US" sz="1725" b="1" dirty="0"/>
          </a:p>
        </p:txBody>
      </p:sp>
      <p:sp>
        <p:nvSpPr>
          <p:cNvPr id="39" name="Text 37"/>
          <p:cNvSpPr/>
          <p:nvPr>
            <p:custDataLst>
              <p:tags r:id="rId19"/>
            </p:custDataLst>
          </p:nvPr>
        </p:nvSpPr>
        <p:spPr>
          <a:xfrm>
            <a:off x="878199" y="2867303"/>
            <a:ext cx="3382645" cy="81343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50000"/>
              </a:lnSpc>
              <a:spcBef>
                <a:spcPts val="375"/>
              </a:spcBef>
              <a:buNone/>
            </a:pPr>
            <a:r>
              <a:rPr lang="zh-CN" altLang="en-US" sz="135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合理的分工能让我们的项目完成更高效，并且出现</a:t>
            </a:r>
            <a:r>
              <a:rPr lang="en-US" altLang="zh-CN" sz="135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bug</a:t>
            </a:r>
            <a:r>
              <a:rPr lang="zh-CN" altLang="en-US" sz="135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</a:t>
            </a:r>
            <a:r>
              <a:rPr lang="zh-CN" altLang="en-US" sz="135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更容易找出</a:t>
            </a:r>
            <a:endParaRPr lang="zh-CN" altLang="en-US" sz="1350" dirty="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0" name="Text 38"/>
          <p:cNvSpPr/>
          <p:nvPr>
            <p:custDataLst>
              <p:tags r:id="rId20"/>
            </p:custDataLst>
          </p:nvPr>
        </p:nvSpPr>
        <p:spPr>
          <a:xfrm>
            <a:off x="878199" y="2321282"/>
            <a:ext cx="3382645" cy="456565"/>
          </a:xfrm>
          <a:prstGeom prst="rect">
            <a:avLst/>
          </a:prstGeom>
          <a:noFill/>
        </p:spPr>
        <p:txBody>
          <a:bodyPr wrap="square" lIns="95250" tIns="95250" rIns="95250" bIns="95250" rtlCol="0" anchor="b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1725" b="1" dirty="0"/>
              <a:t>合理分工，方便任务落实</a:t>
            </a:r>
            <a:endParaRPr lang="zh-CN" altLang="en-US" sz="1725" b="1" dirty="0"/>
          </a:p>
        </p:txBody>
      </p:sp>
      <p:sp>
        <p:nvSpPr>
          <p:cNvPr id="41" name="Text 39"/>
          <p:cNvSpPr/>
          <p:nvPr>
            <p:custDataLst>
              <p:tags r:id="rId21"/>
            </p:custDataLst>
          </p:nvPr>
        </p:nvSpPr>
        <p:spPr>
          <a:xfrm>
            <a:off x="1098544" y="4832579"/>
            <a:ext cx="3162300" cy="112522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50000"/>
              </a:lnSpc>
              <a:spcBef>
                <a:spcPts val="375"/>
              </a:spcBef>
              <a:buNone/>
            </a:pPr>
            <a:r>
              <a:rPr lang="zh-CN" altLang="en-US" sz="135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模块化分工后，大家的模块单独能跑通，融合到一起就会出现问题，可能是负载过多导致电源供电</a:t>
            </a:r>
            <a:r>
              <a:rPr lang="zh-CN" altLang="en-US" sz="135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不足</a:t>
            </a:r>
            <a:endParaRPr lang="zh-CN" altLang="en-US" sz="1350" dirty="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2" name="Text 40"/>
          <p:cNvSpPr/>
          <p:nvPr>
            <p:custDataLst>
              <p:tags r:id="rId22"/>
            </p:custDataLst>
          </p:nvPr>
        </p:nvSpPr>
        <p:spPr>
          <a:xfrm>
            <a:off x="1055370" y="4287114"/>
            <a:ext cx="3162300" cy="456565"/>
          </a:xfrm>
          <a:prstGeom prst="rect">
            <a:avLst/>
          </a:prstGeom>
          <a:noFill/>
        </p:spPr>
        <p:txBody>
          <a:bodyPr wrap="square" lIns="95250" tIns="95250" rIns="95250" bIns="95250" rtlCol="0" anchor="b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zh-CN" altLang="en-US" sz="172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系统集成</a:t>
            </a:r>
            <a:r>
              <a:rPr lang="zh-CN" altLang="en-US" sz="172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与调试</a:t>
            </a:r>
            <a:endParaRPr lang="zh-CN" altLang="en-US" sz="1725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dn.ciniaoppt.com/webroot/upload/ppt/local/20240124/4c3fa0353f8b8b87dd9060b72fd53e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0980" y="656590"/>
            <a:ext cx="8161020" cy="30251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30980" y="656590"/>
            <a:ext cx="8161020" cy="30251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4030980" y="656590"/>
            <a:ext cx="8161020" cy="3025140"/>
          </a:xfrm>
          <a:custGeom>
            <a:avLst/>
            <a:gdLst/>
            <a:ahLst/>
            <a:cxnLst/>
            <a:rect l="l" t="t" r="r" b="b"/>
            <a:pathLst>
              <a:path w="8161020" h="3025140">
                <a:moveTo>
                  <a:pt x="1615487" y="0"/>
                </a:moveTo>
                <a:lnTo>
                  <a:pt x="7818982" y="0"/>
                </a:lnTo>
                <a:lnTo>
                  <a:pt x="7818982" y="2898353"/>
                </a:lnTo>
                <a:lnTo>
                  <a:pt x="0" y="2898353"/>
                </a:lnTo>
                <a:close/>
              </a:path>
            </a:pathLst>
          </a:custGeom>
          <a:solidFill>
            <a:srgbClr val="0E0EA4">
              <a:alpha val="81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4030980" y="656590"/>
            <a:ext cx="8161020" cy="30251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" y="1695883"/>
            <a:ext cx="5140037" cy="30202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2990968" y="1695883"/>
            <a:ext cx="2354897" cy="3020291"/>
          </a:xfrm>
          <a:custGeom>
            <a:avLst/>
            <a:gdLst/>
            <a:ahLst/>
            <a:cxnLst/>
            <a:rect l="l" t="t" r="r" b="b"/>
            <a:pathLst>
              <a:path w="2354897" h="3020291">
                <a:moveTo>
                  <a:pt x="1612779" y="0"/>
                </a:moveTo>
                <a:lnTo>
                  <a:pt x="2256201" y="0"/>
                </a:lnTo>
                <a:lnTo>
                  <a:pt x="643422" y="2893707"/>
                </a:lnTo>
                <a:lnTo>
                  <a:pt x="0" y="2893707"/>
                </a:lnTo>
                <a:close/>
              </a:path>
            </a:pathLst>
          </a:custGeom>
          <a:solidFill>
            <a:srgbClr val="42E4A1">
              <a:alpha val="84000"/>
            </a:srgbClr>
          </a:solidFill>
        </p:spPr>
      </p:sp>
      <p:sp>
        <p:nvSpPr>
          <p:cNvPr id="9" name="Text 5"/>
          <p:cNvSpPr/>
          <p:nvPr/>
        </p:nvSpPr>
        <p:spPr>
          <a:xfrm>
            <a:off x="2990968" y="1695883"/>
            <a:ext cx="2354897" cy="302029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2428177" y="1100615"/>
            <a:ext cx="1251450" cy="1605057"/>
          </a:xfrm>
          <a:custGeom>
            <a:avLst/>
            <a:gdLst/>
            <a:ahLst/>
            <a:cxnLst/>
            <a:rect l="l" t="t" r="r" b="b"/>
            <a:pathLst>
              <a:path w="1251450" h="1605057">
                <a:moveTo>
                  <a:pt x="857070" y="0"/>
                </a:moveTo>
                <a:lnTo>
                  <a:pt x="1199000" y="0"/>
                </a:lnTo>
                <a:lnTo>
                  <a:pt x="341930" y="1537787"/>
                </a:lnTo>
                <a:lnTo>
                  <a:pt x="0" y="1537787"/>
                </a:lnTo>
                <a:close/>
              </a:path>
            </a:pathLst>
          </a:custGeom>
          <a:solidFill>
            <a:srgbClr val="F4EBD0"/>
          </a:solidFill>
        </p:spPr>
      </p:sp>
      <p:sp>
        <p:nvSpPr>
          <p:cNvPr id="11" name="Text 7"/>
          <p:cNvSpPr/>
          <p:nvPr/>
        </p:nvSpPr>
        <p:spPr>
          <a:xfrm>
            <a:off x="2428177" y="1100615"/>
            <a:ext cx="1251450" cy="160505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1871188" y="5207804"/>
            <a:ext cx="1018462" cy="1433716"/>
          </a:xfrm>
          <a:custGeom>
            <a:avLst/>
            <a:gdLst/>
            <a:ahLst/>
            <a:cxnLst/>
            <a:rect l="l" t="t" r="r" b="b"/>
            <a:pathLst>
              <a:path w="1018462" h="1433716">
                <a:moveTo>
                  <a:pt x="766479" y="0"/>
                </a:moveTo>
                <a:lnTo>
                  <a:pt x="975777" y="0"/>
                </a:lnTo>
                <a:lnTo>
                  <a:pt x="451156" y="941295"/>
                </a:lnTo>
                <a:lnTo>
                  <a:pt x="450255" y="941295"/>
                </a:lnTo>
                <a:lnTo>
                  <a:pt x="209298" y="1373627"/>
                </a:lnTo>
                <a:lnTo>
                  <a:pt x="0" y="1373627"/>
                </a:lnTo>
                <a:lnTo>
                  <a:pt x="524622" y="432332"/>
                </a:lnTo>
                <a:lnTo>
                  <a:pt x="525522" y="432332"/>
                </a:lnTo>
                <a:close/>
              </a:path>
            </a:pathLst>
          </a:custGeom>
          <a:solidFill>
            <a:srgbClr val="42E4A1"/>
          </a:solidFill>
        </p:spPr>
      </p:sp>
      <p:sp>
        <p:nvSpPr>
          <p:cNvPr id="13" name="Text 9"/>
          <p:cNvSpPr/>
          <p:nvPr/>
        </p:nvSpPr>
        <p:spPr>
          <a:xfrm>
            <a:off x="1871188" y="5207804"/>
            <a:ext cx="1018462" cy="14337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0" y="4716174"/>
            <a:ext cx="2792526" cy="942480"/>
          </a:xfrm>
          <a:custGeom>
            <a:avLst/>
            <a:gdLst/>
            <a:ahLst/>
            <a:cxnLst/>
            <a:rect l="l" t="t" r="r" b="b"/>
            <a:pathLst>
              <a:path w="2792526" h="942480">
                <a:moveTo>
                  <a:pt x="0" y="0"/>
                </a:moveTo>
                <a:lnTo>
                  <a:pt x="2675488" y="0"/>
                </a:lnTo>
                <a:lnTo>
                  <a:pt x="2172221" y="902980"/>
                </a:lnTo>
                <a:lnTo>
                  <a:pt x="0" y="902980"/>
                </a:lnTo>
                <a:close/>
              </a:path>
            </a:pathLst>
          </a:custGeom>
          <a:solidFill>
            <a:srgbClr val="2835DE"/>
          </a:solidFill>
        </p:spPr>
      </p:sp>
      <p:sp>
        <p:nvSpPr>
          <p:cNvPr id="15" name="Text 11"/>
          <p:cNvSpPr/>
          <p:nvPr/>
        </p:nvSpPr>
        <p:spPr>
          <a:xfrm>
            <a:off x="0" y="4716174"/>
            <a:ext cx="2792526" cy="942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096635" y="1382395"/>
            <a:ext cx="2877185" cy="166751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9600" dirty="0">
                <a:solidFill>
                  <a:srgbClr val="42E4A1"/>
                </a:solidFill>
                <a:latin typeface="Impact" panose="020B0806030902050204" pitchFamily="34" charset="0"/>
                <a:ea typeface="Impact" panose="020B0806030902050204" pitchFamily="34" charset="-122"/>
                <a:cs typeface="Impact" panose="020B0806030902050204" pitchFamily="34" charset="-120"/>
              </a:rPr>
              <a:t>2025</a:t>
            </a:r>
            <a:endParaRPr lang="en-US" sz="9600" dirty="0"/>
          </a:p>
        </p:txBody>
      </p:sp>
      <p:sp>
        <p:nvSpPr>
          <p:cNvPr id="17" name="Text 13"/>
          <p:cNvSpPr/>
          <p:nvPr/>
        </p:nvSpPr>
        <p:spPr>
          <a:xfrm>
            <a:off x="8973820" y="1628140"/>
            <a:ext cx="1979930" cy="107692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150" dirty="0">
                <a:solidFill>
                  <a:srgbClr val="42E4A1"/>
                </a:solidFill>
                <a:latin typeface="字魂35号-经典雅黑" pitchFamily="34" charset="0"/>
                <a:ea typeface="字魂35号-经典雅黑" pitchFamily="34" charset="-122"/>
                <a:cs typeface="字魂35号-经典雅黑" pitchFamily="34" charset="-120"/>
              </a:rPr>
              <a:t>梦想起航</a:t>
            </a:r>
            <a:endParaRPr lang="en-US" sz="3150" dirty="0"/>
          </a:p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150" dirty="0">
                <a:solidFill>
                  <a:srgbClr val="42E4A1"/>
                </a:solidFill>
                <a:latin typeface="字魂35号-经典雅黑" pitchFamily="34" charset="0"/>
                <a:ea typeface="字魂35号-经典雅黑" pitchFamily="34" charset="-122"/>
                <a:cs typeface="字魂35号-经典雅黑" pitchFamily="34" charset="-120"/>
              </a:rPr>
              <a:t>携手共赢</a:t>
            </a:r>
            <a:endParaRPr lang="en-US" sz="3150" dirty="0"/>
          </a:p>
        </p:txBody>
      </p:sp>
      <p:sp>
        <p:nvSpPr>
          <p:cNvPr id="19" name="Shape 15"/>
          <p:cNvSpPr/>
          <p:nvPr/>
        </p:nvSpPr>
        <p:spPr>
          <a:xfrm>
            <a:off x="8975725" y="6162040"/>
            <a:ext cx="349885" cy="349885"/>
          </a:xfrm>
          <a:custGeom>
            <a:avLst/>
            <a:gdLst/>
            <a:ahLst/>
            <a:cxnLst/>
            <a:rect l="l" t="t" r="r" b="b"/>
            <a:pathLst>
              <a:path w="349885" h="349885">
                <a:moveTo>
                  <a:pt x="167610" y="0"/>
                </a:moveTo>
                <a:cubicBezTo>
                  <a:pt x="260117" y="0"/>
                  <a:pt x="335221" y="75104"/>
                  <a:pt x="335221" y="167610"/>
                </a:cubicBezTo>
                <a:cubicBezTo>
                  <a:pt x="335221" y="260117"/>
                  <a:pt x="260117" y="335221"/>
                  <a:pt x="167610" y="335221"/>
                </a:cubicBezTo>
                <a:cubicBezTo>
                  <a:pt x="75104" y="335221"/>
                  <a:pt x="0" y="260117"/>
                  <a:pt x="0" y="167610"/>
                </a:cubicBezTo>
                <a:cubicBezTo>
                  <a:pt x="0" y="75104"/>
                  <a:pt x="75104" y="0"/>
                  <a:pt x="167610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20" name="Text 16"/>
          <p:cNvSpPr/>
          <p:nvPr/>
        </p:nvSpPr>
        <p:spPr>
          <a:xfrm>
            <a:off x="8975725" y="6162040"/>
            <a:ext cx="349885" cy="3498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9061450" y="6249035"/>
            <a:ext cx="177800" cy="175260"/>
          </a:xfrm>
          <a:custGeom>
            <a:avLst/>
            <a:gdLst/>
            <a:ahLst/>
            <a:cxnLst/>
            <a:rect l="l" t="t" r="r" b="b"/>
            <a:pathLst>
              <a:path w="177800" h="175260">
                <a:moveTo>
                  <a:pt x="145118" y="136019"/>
                </a:moveTo>
                <a:cubicBezTo>
                  <a:pt x="150028" y="136019"/>
                  <a:pt x="153923" y="139901"/>
                  <a:pt x="153923" y="144795"/>
                </a:cubicBezTo>
                <a:cubicBezTo>
                  <a:pt x="153923" y="149689"/>
                  <a:pt x="150028" y="153570"/>
                  <a:pt x="145118" y="153570"/>
                </a:cubicBezTo>
                <a:cubicBezTo>
                  <a:pt x="140207" y="153570"/>
                  <a:pt x="136312" y="149689"/>
                  <a:pt x="136312" y="144795"/>
                </a:cubicBezTo>
                <a:cubicBezTo>
                  <a:pt x="136312" y="139901"/>
                  <a:pt x="140207" y="136019"/>
                  <a:pt x="145118" y="136019"/>
                </a:cubicBezTo>
                <a:moveTo>
                  <a:pt x="164083" y="16370"/>
                </a:moveTo>
                <a:lnTo>
                  <a:pt x="152399" y="4725"/>
                </a:lnTo>
                <a:cubicBezTo>
                  <a:pt x="149351" y="1519"/>
                  <a:pt x="145287" y="0"/>
                  <a:pt x="141223" y="0"/>
                </a:cubicBezTo>
                <a:cubicBezTo>
                  <a:pt x="137159" y="0"/>
                  <a:pt x="133095" y="1519"/>
                  <a:pt x="129878" y="4725"/>
                </a:cubicBezTo>
                <a:lnTo>
                  <a:pt x="79925" y="54509"/>
                </a:lnTo>
                <a:cubicBezTo>
                  <a:pt x="81449" y="57378"/>
                  <a:pt x="80433" y="61934"/>
                  <a:pt x="77893" y="64297"/>
                </a:cubicBezTo>
                <a:cubicBezTo>
                  <a:pt x="76369" y="65985"/>
                  <a:pt x="73660" y="66997"/>
                  <a:pt x="71289" y="66997"/>
                </a:cubicBezTo>
                <a:cubicBezTo>
                  <a:pt x="70104" y="66997"/>
                  <a:pt x="69088" y="66828"/>
                  <a:pt x="68072" y="66322"/>
                </a:cubicBezTo>
                <a:lnTo>
                  <a:pt x="63669" y="70710"/>
                </a:lnTo>
                <a:cubicBezTo>
                  <a:pt x="57573" y="76785"/>
                  <a:pt x="57573" y="86911"/>
                  <a:pt x="63669" y="93155"/>
                </a:cubicBezTo>
                <a:lnTo>
                  <a:pt x="64516" y="93830"/>
                </a:lnTo>
                <a:lnTo>
                  <a:pt x="25569" y="132813"/>
                </a:lnTo>
                <a:lnTo>
                  <a:pt x="15071" y="136694"/>
                </a:lnTo>
                <a:lnTo>
                  <a:pt x="0" y="158295"/>
                </a:lnTo>
                <a:lnTo>
                  <a:pt x="9652" y="167915"/>
                </a:lnTo>
                <a:lnTo>
                  <a:pt x="31326" y="152895"/>
                </a:lnTo>
                <a:lnTo>
                  <a:pt x="35221" y="142432"/>
                </a:lnTo>
                <a:lnTo>
                  <a:pt x="74337" y="103618"/>
                </a:lnTo>
                <a:lnTo>
                  <a:pt x="75353" y="104799"/>
                </a:lnTo>
                <a:cubicBezTo>
                  <a:pt x="78570" y="107837"/>
                  <a:pt x="82634" y="109355"/>
                  <a:pt x="86698" y="109355"/>
                </a:cubicBezTo>
                <a:cubicBezTo>
                  <a:pt x="90762" y="109355"/>
                  <a:pt x="94826" y="107837"/>
                  <a:pt x="97874" y="104799"/>
                </a:cubicBezTo>
                <a:lnTo>
                  <a:pt x="102277" y="100411"/>
                </a:lnTo>
                <a:cubicBezTo>
                  <a:pt x="100922" y="97374"/>
                  <a:pt x="101938" y="92986"/>
                  <a:pt x="104309" y="90623"/>
                </a:cubicBezTo>
                <a:cubicBezTo>
                  <a:pt x="106002" y="88936"/>
                  <a:pt x="108711" y="87923"/>
                  <a:pt x="111082" y="87923"/>
                </a:cubicBezTo>
                <a:cubicBezTo>
                  <a:pt x="112098" y="87923"/>
                  <a:pt x="113283" y="88092"/>
                  <a:pt x="114130" y="88598"/>
                </a:cubicBezTo>
                <a:lnTo>
                  <a:pt x="164083" y="38814"/>
                </a:lnTo>
                <a:cubicBezTo>
                  <a:pt x="170348" y="32570"/>
                  <a:pt x="170348" y="22445"/>
                  <a:pt x="164083" y="16370"/>
                </a:cubicBezTo>
                <a:moveTo>
                  <a:pt x="61468" y="59740"/>
                </a:moveTo>
                <a:lnTo>
                  <a:pt x="66378" y="54846"/>
                </a:lnTo>
                <a:lnTo>
                  <a:pt x="70781" y="57040"/>
                </a:lnTo>
                <a:lnTo>
                  <a:pt x="68410" y="52653"/>
                </a:lnTo>
                <a:lnTo>
                  <a:pt x="73321" y="47927"/>
                </a:lnTo>
                <a:lnTo>
                  <a:pt x="73829" y="47421"/>
                </a:lnTo>
                <a:cubicBezTo>
                  <a:pt x="74845" y="44552"/>
                  <a:pt x="75522" y="41852"/>
                  <a:pt x="75522" y="39321"/>
                </a:cubicBezTo>
                <a:cubicBezTo>
                  <a:pt x="75522" y="19407"/>
                  <a:pt x="56388" y="0"/>
                  <a:pt x="36406" y="169"/>
                </a:cubicBezTo>
                <a:cubicBezTo>
                  <a:pt x="36237" y="169"/>
                  <a:pt x="34036" y="2531"/>
                  <a:pt x="32681" y="3713"/>
                </a:cubicBezTo>
                <a:cubicBezTo>
                  <a:pt x="48768" y="19745"/>
                  <a:pt x="47413" y="17213"/>
                  <a:pt x="47413" y="27001"/>
                </a:cubicBezTo>
                <a:cubicBezTo>
                  <a:pt x="47413" y="34933"/>
                  <a:pt x="34713" y="47590"/>
                  <a:pt x="26924" y="47590"/>
                </a:cubicBezTo>
                <a:cubicBezTo>
                  <a:pt x="16764" y="47590"/>
                  <a:pt x="19981" y="49109"/>
                  <a:pt x="3556" y="32908"/>
                </a:cubicBezTo>
                <a:cubicBezTo>
                  <a:pt x="2371" y="34089"/>
                  <a:pt x="0" y="36283"/>
                  <a:pt x="0" y="36452"/>
                </a:cubicBezTo>
                <a:cubicBezTo>
                  <a:pt x="339" y="56365"/>
                  <a:pt x="19135" y="75435"/>
                  <a:pt x="39285" y="75435"/>
                </a:cubicBezTo>
                <a:cubicBezTo>
                  <a:pt x="42841" y="75435"/>
                  <a:pt x="46736" y="74254"/>
                  <a:pt x="50630" y="72397"/>
                </a:cubicBezTo>
                <a:lnTo>
                  <a:pt x="51308" y="73072"/>
                </a:lnTo>
                <a:cubicBezTo>
                  <a:pt x="52493" y="69866"/>
                  <a:pt x="54525" y="66660"/>
                  <a:pt x="57065" y="64128"/>
                </a:cubicBezTo>
                <a:lnTo>
                  <a:pt x="61468" y="59740"/>
                </a:lnTo>
                <a:moveTo>
                  <a:pt x="111421" y="97711"/>
                </a:moveTo>
                <a:lnTo>
                  <a:pt x="113791" y="102268"/>
                </a:lnTo>
                <a:lnTo>
                  <a:pt x="109050" y="106993"/>
                </a:lnTo>
                <a:lnTo>
                  <a:pt x="104478" y="111381"/>
                </a:lnTo>
                <a:cubicBezTo>
                  <a:pt x="101938" y="113912"/>
                  <a:pt x="98890" y="115937"/>
                  <a:pt x="95503" y="117118"/>
                </a:cubicBezTo>
                <a:lnTo>
                  <a:pt x="125475" y="146989"/>
                </a:lnTo>
                <a:lnTo>
                  <a:pt x="139530" y="165890"/>
                </a:lnTo>
                <a:lnTo>
                  <a:pt x="147150" y="167915"/>
                </a:lnTo>
                <a:lnTo>
                  <a:pt x="167978" y="146989"/>
                </a:lnTo>
                <a:lnTo>
                  <a:pt x="165946" y="139226"/>
                </a:lnTo>
                <a:lnTo>
                  <a:pt x="147150" y="125388"/>
                </a:lnTo>
                <a:lnTo>
                  <a:pt x="118871" y="97205"/>
                </a:lnTo>
                <a:lnTo>
                  <a:pt x="115993" y="99905"/>
                </a:lnTo>
                <a:lnTo>
                  <a:pt x="111421" y="97711"/>
                </a:lnTo>
                <a:close/>
                <a:close/>
                <a:close/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18"/>
          <p:cNvSpPr/>
          <p:nvPr/>
        </p:nvSpPr>
        <p:spPr>
          <a:xfrm>
            <a:off x="9061450" y="6249035"/>
            <a:ext cx="177800" cy="1752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9697720" y="6162040"/>
            <a:ext cx="349885" cy="349885"/>
          </a:xfrm>
          <a:custGeom>
            <a:avLst/>
            <a:gdLst/>
            <a:ahLst/>
            <a:cxnLst/>
            <a:rect l="l" t="t" r="r" b="b"/>
            <a:pathLst>
              <a:path w="349885" h="349885">
                <a:moveTo>
                  <a:pt x="167610" y="0"/>
                </a:moveTo>
                <a:cubicBezTo>
                  <a:pt x="260117" y="0"/>
                  <a:pt x="335221" y="75104"/>
                  <a:pt x="335221" y="167610"/>
                </a:cubicBezTo>
                <a:cubicBezTo>
                  <a:pt x="335221" y="260117"/>
                  <a:pt x="260117" y="335221"/>
                  <a:pt x="167610" y="335221"/>
                </a:cubicBezTo>
                <a:cubicBezTo>
                  <a:pt x="75104" y="335221"/>
                  <a:pt x="0" y="260117"/>
                  <a:pt x="0" y="167610"/>
                </a:cubicBezTo>
                <a:cubicBezTo>
                  <a:pt x="0" y="75104"/>
                  <a:pt x="75104" y="0"/>
                  <a:pt x="167610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24" name="Text 20"/>
          <p:cNvSpPr/>
          <p:nvPr/>
        </p:nvSpPr>
        <p:spPr>
          <a:xfrm>
            <a:off x="9697720" y="6162040"/>
            <a:ext cx="349885" cy="3498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9808845" y="6249670"/>
            <a:ext cx="127635" cy="173990"/>
          </a:xfrm>
          <a:custGeom>
            <a:avLst/>
            <a:gdLst/>
            <a:ahLst/>
            <a:cxnLst/>
            <a:rect l="l" t="t" r="r" b="b"/>
            <a:pathLst>
              <a:path w="127635" h="173990">
                <a:moveTo>
                  <a:pt x="9303" y="43957"/>
                </a:moveTo>
                <a:cubicBezTo>
                  <a:pt x="9303" y="39223"/>
                  <a:pt x="11501" y="36856"/>
                  <a:pt x="16068" y="36687"/>
                </a:cubicBezTo>
                <a:lnTo>
                  <a:pt x="16068" y="27050"/>
                </a:lnTo>
                <a:cubicBezTo>
                  <a:pt x="7611" y="27219"/>
                  <a:pt x="0" y="32630"/>
                  <a:pt x="0" y="40914"/>
                </a:cubicBezTo>
                <a:lnTo>
                  <a:pt x="0" y="153173"/>
                </a:lnTo>
                <a:cubicBezTo>
                  <a:pt x="0" y="160104"/>
                  <a:pt x="6765" y="166698"/>
                  <a:pt x="13531" y="166698"/>
                </a:cubicBezTo>
                <a:lnTo>
                  <a:pt x="108755" y="166698"/>
                </a:lnTo>
                <a:cubicBezTo>
                  <a:pt x="115520" y="166698"/>
                  <a:pt x="122286" y="160104"/>
                  <a:pt x="122286" y="153173"/>
                </a:cubicBezTo>
                <a:lnTo>
                  <a:pt x="122286" y="40914"/>
                </a:lnTo>
                <a:cubicBezTo>
                  <a:pt x="122286" y="32630"/>
                  <a:pt x="114675" y="27219"/>
                  <a:pt x="106218" y="27050"/>
                </a:cubicBezTo>
                <a:lnTo>
                  <a:pt x="106218" y="36687"/>
                </a:lnTo>
                <a:cubicBezTo>
                  <a:pt x="110784" y="36856"/>
                  <a:pt x="112983" y="39223"/>
                  <a:pt x="112983" y="43957"/>
                </a:cubicBezTo>
                <a:lnTo>
                  <a:pt x="112983" y="150299"/>
                </a:lnTo>
                <a:cubicBezTo>
                  <a:pt x="112983" y="153511"/>
                  <a:pt x="111461" y="157061"/>
                  <a:pt x="108247" y="157061"/>
                </a:cubicBezTo>
                <a:lnTo>
                  <a:pt x="14038" y="157061"/>
                </a:lnTo>
                <a:cubicBezTo>
                  <a:pt x="10317" y="157061"/>
                  <a:pt x="9303" y="153173"/>
                  <a:pt x="9303" y="149453"/>
                </a:cubicBezTo>
                <a:lnTo>
                  <a:pt x="9303" y="43957"/>
                </a:lnTo>
                <a:moveTo>
                  <a:pt x="52940" y="17752"/>
                </a:moveTo>
                <a:cubicBezTo>
                  <a:pt x="52940" y="13863"/>
                  <a:pt x="56661" y="10144"/>
                  <a:pt x="60551" y="10144"/>
                </a:cubicBezTo>
                <a:lnTo>
                  <a:pt x="61735" y="10144"/>
                </a:lnTo>
                <a:cubicBezTo>
                  <a:pt x="65625" y="10144"/>
                  <a:pt x="69346" y="13863"/>
                  <a:pt x="69346" y="17752"/>
                </a:cubicBezTo>
                <a:lnTo>
                  <a:pt x="69346" y="18597"/>
                </a:lnTo>
                <a:cubicBezTo>
                  <a:pt x="69346" y="22824"/>
                  <a:pt x="65625" y="26543"/>
                  <a:pt x="61397" y="26543"/>
                </a:cubicBezTo>
                <a:lnTo>
                  <a:pt x="60889" y="26543"/>
                </a:lnTo>
                <a:cubicBezTo>
                  <a:pt x="56661" y="26543"/>
                  <a:pt x="52940" y="22824"/>
                  <a:pt x="52940" y="18597"/>
                </a:cubicBezTo>
                <a:lnTo>
                  <a:pt x="52940" y="17752"/>
                </a:lnTo>
                <a:moveTo>
                  <a:pt x="42792" y="18090"/>
                </a:moveTo>
                <a:lnTo>
                  <a:pt x="29261" y="18090"/>
                </a:lnTo>
                <a:cubicBezTo>
                  <a:pt x="24525" y="18090"/>
                  <a:pt x="22495" y="20288"/>
                  <a:pt x="22495" y="24853"/>
                </a:cubicBezTo>
                <a:lnTo>
                  <a:pt x="22495" y="42266"/>
                </a:lnTo>
                <a:cubicBezTo>
                  <a:pt x="22495" y="45140"/>
                  <a:pt x="24356" y="48183"/>
                  <a:pt x="27062" y="48183"/>
                </a:cubicBezTo>
                <a:lnTo>
                  <a:pt x="95224" y="48183"/>
                </a:lnTo>
                <a:cubicBezTo>
                  <a:pt x="97930" y="48183"/>
                  <a:pt x="99791" y="45140"/>
                  <a:pt x="99791" y="42266"/>
                </a:cubicBezTo>
                <a:lnTo>
                  <a:pt x="99791" y="24853"/>
                </a:lnTo>
                <a:cubicBezTo>
                  <a:pt x="99791" y="20288"/>
                  <a:pt x="97761" y="18090"/>
                  <a:pt x="93025" y="18090"/>
                </a:cubicBezTo>
                <a:lnTo>
                  <a:pt x="79494" y="18090"/>
                </a:lnTo>
                <a:cubicBezTo>
                  <a:pt x="79494" y="8791"/>
                  <a:pt x="71545" y="0"/>
                  <a:pt x="62580" y="0"/>
                </a:cubicBezTo>
                <a:lnTo>
                  <a:pt x="59705" y="0"/>
                </a:lnTo>
                <a:cubicBezTo>
                  <a:pt x="50741" y="0"/>
                  <a:pt x="42792" y="8791"/>
                  <a:pt x="42792" y="18090"/>
                </a:cubicBezTo>
                <a:moveTo>
                  <a:pt x="25878" y="127813"/>
                </a:moveTo>
                <a:cubicBezTo>
                  <a:pt x="25878" y="126968"/>
                  <a:pt x="26047" y="126630"/>
                  <a:pt x="27062" y="126630"/>
                </a:cubicBezTo>
                <a:lnTo>
                  <a:pt x="43130" y="126630"/>
                </a:lnTo>
                <a:lnTo>
                  <a:pt x="43130" y="127813"/>
                </a:lnTo>
                <a:cubicBezTo>
                  <a:pt x="43130" y="129165"/>
                  <a:pt x="36533" y="133054"/>
                  <a:pt x="35180" y="133730"/>
                </a:cubicBezTo>
                <a:cubicBezTo>
                  <a:pt x="33996" y="132885"/>
                  <a:pt x="31459" y="130349"/>
                  <a:pt x="29599" y="130349"/>
                </a:cubicBezTo>
                <a:lnTo>
                  <a:pt x="29261" y="130349"/>
                </a:lnTo>
                <a:cubicBezTo>
                  <a:pt x="28246" y="130349"/>
                  <a:pt x="26724" y="131871"/>
                  <a:pt x="26724" y="132885"/>
                </a:cubicBezTo>
                <a:lnTo>
                  <a:pt x="26724" y="133392"/>
                </a:lnTo>
                <a:cubicBezTo>
                  <a:pt x="26724" y="134407"/>
                  <a:pt x="32643" y="141000"/>
                  <a:pt x="33827" y="141000"/>
                </a:cubicBezTo>
                <a:lnTo>
                  <a:pt x="34335" y="141000"/>
                </a:lnTo>
                <a:cubicBezTo>
                  <a:pt x="35180" y="141000"/>
                  <a:pt x="41777" y="135590"/>
                  <a:pt x="43130" y="134576"/>
                </a:cubicBezTo>
                <a:cubicBezTo>
                  <a:pt x="43130" y="136942"/>
                  <a:pt x="44145" y="144381"/>
                  <a:pt x="41946" y="144381"/>
                </a:cubicBezTo>
                <a:lnTo>
                  <a:pt x="27062" y="144381"/>
                </a:lnTo>
                <a:cubicBezTo>
                  <a:pt x="26047" y="144381"/>
                  <a:pt x="25878" y="144043"/>
                  <a:pt x="25878" y="143029"/>
                </a:cubicBezTo>
                <a:lnTo>
                  <a:pt x="25878" y="127813"/>
                </a:lnTo>
                <a:moveTo>
                  <a:pt x="41946" y="148608"/>
                </a:moveTo>
                <a:cubicBezTo>
                  <a:pt x="49895" y="148608"/>
                  <a:pt x="46851" y="139817"/>
                  <a:pt x="47358" y="132547"/>
                </a:cubicBezTo>
                <a:cubicBezTo>
                  <a:pt x="47696" y="128827"/>
                  <a:pt x="56999" y="125446"/>
                  <a:pt x="58014" y="121896"/>
                </a:cubicBezTo>
                <a:lnTo>
                  <a:pt x="56661" y="121896"/>
                </a:lnTo>
                <a:cubicBezTo>
                  <a:pt x="53785" y="121896"/>
                  <a:pt x="49557" y="124601"/>
                  <a:pt x="47358" y="125784"/>
                </a:cubicBezTo>
                <a:cubicBezTo>
                  <a:pt x="46343" y="124263"/>
                  <a:pt x="45329" y="122403"/>
                  <a:pt x="42792" y="122403"/>
                </a:cubicBezTo>
                <a:lnTo>
                  <a:pt x="26216" y="122403"/>
                </a:lnTo>
                <a:cubicBezTo>
                  <a:pt x="23848" y="122403"/>
                  <a:pt x="21649" y="124601"/>
                  <a:pt x="21649" y="126968"/>
                </a:cubicBezTo>
                <a:lnTo>
                  <a:pt x="21649" y="143874"/>
                </a:lnTo>
                <a:cubicBezTo>
                  <a:pt x="21649" y="146748"/>
                  <a:pt x="24187" y="148608"/>
                  <a:pt x="27062" y="148608"/>
                </a:cubicBezTo>
                <a:lnTo>
                  <a:pt x="41946" y="148608"/>
                </a:lnTo>
                <a:moveTo>
                  <a:pt x="25878" y="66612"/>
                </a:moveTo>
                <a:cubicBezTo>
                  <a:pt x="25878" y="65766"/>
                  <a:pt x="26047" y="65428"/>
                  <a:pt x="27062" y="65428"/>
                </a:cubicBezTo>
                <a:lnTo>
                  <a:pt x="41946" y="65428"/>
                </a:lnTo>
                <a:cubicBezTo>
                  <a:pt x="42792" y="65428"/>
                  <a:pt x="43130" y="65766"/>
                  <a:pt x="43130" y="66612"/>
                </a:cubicBezTo>
                <a:cubicBezTo>
                  <a:pt x="43130" y="67795"/>
                  <a:pt x="36026" y="72529"/>
                  <a:pt x="35180" y="72529"/>
                </a:cubicBezTo>
                <a:cubicBezTo>
                  <a:pt x="34335" y="72529"/>
                  <a:pt x="32136" y="69147"/>
                  <a:pt x="29599" y="69147"/>
                </a:cubicBezTo>
                <a:cubicBezTo>
                  <a:pt x="28415" y="69147"/>
                  <a:pt x="26724" y="70500"/>
                  <a:pt x="26724" y="71683"/>
                </a:cubicBezTo>
                <a:lnTo>
                  <a:pt x="26724" y="72191"/>
                </a:lnTo>
                <a:cubicBezTo>
                  <a:pt x="26724" y="73881"/>
                  <a:pt x="32474" y="79460"/>
                  <a:pt x="33827" y="80137"/>
                </a:cubicBezTo>
                <a:lnTo>
                  <a:pt x="43130" y="73374"/>
                </a:lnTo>
                <a:lnTo>
                  <a:pt x="43130" y="83180"/>
                </a:lnTo>
                <a:lnTo>
                  <a:pt x="25878" y="83180"/>
                </a:lnTo>
                <a:lnTo>
                  <a:pt x="25878" y="66612"/>
                </a:lnTo>
                <a:moveTo>
                  <a:pt x="47020" y="64583"/>
                </a:moveTo>
                <a:cubicBezTo>
                  <a:pt x="46513" y="62385"/>
                  <a:pt x="44652" y="61201"/>
                  <a:pt x="41946" y="61201"/>
                </a:cubicBezTo>
                <a:lnTo>
                  <a:pt x="27062" y="61201"/>
                </a:lnTo>
                <a:cubicBezTo>
                  <a:pt x="24187" y="61201"/>
                  <a:pt x="21649" y="63061"/>
                  <a:pt x="21649" y="65935"/>
                </a:cubicBezTo>
                <a:lnTo>
                  <a:pt x="21649" y="82673"/>
                </a:lnTo>
                <a:cubicBezTo>
                  <a:pt x="21649" y="85209"/>
                  <a:pt x="23848" y="87406"/>
                  <a:pt x="26216" y="87406"/>
                </a:cubicBezTo>
                <a:lnTo>
                  <a:pt x="42792" y="87406"/>
                </a:lnTo>
                <a:cubicBezTo>
                  <a:pt x="49388" y="87406"/>
                  <a:pt x="47358" y="76924"/>
                  <a:pt x="47189" y="70331"/>
                </a:cubicBezTo>
                <a:lnTo>
                  <a:pt x="58014" y="61201"/>
                </a:lnTo>
                <a:cubicBezTo>
                  <a:pt x="58014" y="61201"/>
                  <a:pt x="57168" y="60863"/>
                  <a:pt x="57168" y="60863"/>
                </a:cubicBezTo>
                <a:cubicBezTo>
                  <a:pt x="52940" y="60863"/>
                  <a:pt x="49557" y="64414"/>
                  <a:pt x="47020" y="64583"/>
                </a:cubicBezTo>
                <a:moveTo>
                  <a:pt x="25878" y="96198"/>
                </a:moveTo>
                <a:lnTo>
                  <a:pt x="43130" y="96198"/>
                </a:lnTo>
                <a:lnTo>
                  <a:pt x="43130" y="98396"/>
                </a:lnTo>
                <a:lnTo>
                  <a:pt x="35180" y="103468"/>
                </a:lnTo>
                <a:lnTo>
                  <a:pt x="29768" y="99410"/>
                </a:lnTo>
                <a:cubicBezTo>
                  <a:pt x="28415" y="100255"/>
                  <a:pt x="26724" y="100594"/>
                  <a:pt x="26724" y="102622"/>
                </a:cubicBezTo>
                <a:cubicBezTo>
                  <a:pt x="26724" y="103806"/>
                  <a:pt x="32643" y="110568"/>
                  <a:pt x="33827" y="110568"/>
                </a:cubicBezTo>
                <a:cubicBezTo>
                  <a:pt x="35857" y="110568"/>
                  <a:pt x="40931" y="104820"/>
                  <a:pt x="43130" y="104313"/>
                </a:cubicBezTo>
                <a:lnTo>
                  <a:pt x="43130" y="113612"/>
                </a:lnTo>
                <a:lnTo>
                  <a:pt x="25878" y="113612"/>
                </a:lnTo>
                <a:lnTo>
                  <a:pt x="25878" y="96198"/>
                </a:lnTo>
                <a:moveTo>
                  <a:pt x="47358" y="95183"/>
                </a:moveTo>
                <a:cubicBezTo>
                  <a:pt x="46513" y="93831"/>
                  <a:pt x="45498" y="91971"/>
                  <a:pt x="43130" y="91971"/>
                </a:cubicBezTo>
                <a:lnTo>
                  <a:pt x="25878" y="91971"/>
                </a:lnTo>
                <a:cubicBezTo>
                  <a:pt x="23679" y="91971"/>
                  <a:pt x="21649" y="94169"/>
                  <a:pt x="21649" y="96198"/>
                </a:cubicBezTo>
                <a:lnTo>
                  <a:pt x="21649" y="113612"/>
                </a:lnTo>
                <a:cubicBezTo>
                  <a:pt x="21649" y="115640"/>
                  <a:pt x="23679" y="117669"/>
                  <a:pt x="25878" y="117669"/>
                </a:cubicBezTo>
                <a:lnTo>
                  <a:pt x="43130" y="117669"/>
                </a:lnTo>
                <a:cubicBezTo>
                  <a:pt x="49219" y="117669"/>
                  <a:pt x="47358" y="106849"/>
                  <a:pt x="47189" y="100763"/>
                </a:cubicBezTo>
                <a:lnTo>
                  <a:pt x="58014" y="91633"/>
                </a:lnTo>
                <a:lnTo>
                  <a:pt x="56492" y="90957"/>
                </a:lnTo>
                <a:lnTo>
                  <a:pt x="47358" y="95183"/>
                </a:lnTo>
                <a:moveTo>
                  <a:pt x="62580" y="140155"/>
                </a:moveTo>
                <a:cubicBezTo>
                  <a:pt x="62580" y="141000"/>
                  <a:pt x="62919" y="141338"/>
                  <a:pt x="63934" y="141338"/>
                </a:cubicBezTo>
                <a:lnTo>
                  <a:pt x="96915" y="141338"/>
                </a:lnTo>
                <a:cubicBezTo>
                  <a:pt x="97930" y="141338"/>
                  <a:pt x="98099" y="141000"/>
                  <a:pt x="98099" y="140155"/>
                </a:cubicBezTo>
                <a:lnTo>
                  <a:pt x="98099" y="130856"/>
                </a:lnTo>
                <a:cubicBezTo>
                  <a:pt x="98099" y="129842"/>
                  <a:pt x="97930" y="129504"/>
                  <a:pt x="96915" y="129504"/>
                </a:cubicBezTo>
                <a:lnTo>
                  <a:pt x="62580" y="129504"/>
                </a:lnTo>
                <a:lnTo>
                  <a:pt x="62580" y="140155"/>
                </a:lnTo>
                <a:moveTo>
                  <a:pt x="62580" y="110568"/>
                </a:moveTo>
                <a:lnTo>
                  <a:pt x="98099" y="110568"/>
                </a:lnTo>
                <a:lnTo>
                  <a:pt x="98099" y="99241"/>
                </a:lnTo>
                <a:lnTo>
                  <a:pt x="62580" y="99241"/>
                </a:lnTo>
                <a:lnTo>
                  <a:pt x="62580" y="110568"/>
                </a:lnTo>
                <a:moveTo>
                  <a:pt x="62580" y="80137"/>
                </a:moveTo>
                <a:lnTo>
                  <a:pt x="88458" y="80137"/>
                </a:lnTo>
                <a:lnTo>
                  <a:pt x="88458" y="68809"/>
                </a:lnTo>
                <a:lnTo>
                  <a:pt x="62580" y="68809"/>
                </a:lnTo>
                <a:lnTo>
                  <a:pt x="62580" y="80137"/>
                </a:lnTo>
                <a:close/>
                <a:close/>
                <a:close/>
                <a:close/>
                <a:close/>
                <a:close/>
                <a:close/>
                <a:close/>
                <a:close/>
                <a:close/>
                <a:close/>
                <a:close/>
              </a:path>
            </a:pathLst>
          </a:custGeom>
          <a:solidFill>
            <a:srgbClr val="FFFFFF"/>
          </a:solidFill>
        </p:spPr>
      </p:sp>
      <p:sp>
        <p:nvSpPr>
          <p:cNvPr id="26" name="Text 22"/>
          <p:cNvSpPr/>
          <p:nvPr/>
        </p:nvSpPr>
        <p:spPr>
          <a:xfrm>
            <a:off x="9808845" y="6249670"/>
            <a:ext cx="127635" cy="17399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10420350" y="6162040"/>
            <a:ext cx="349885" cy="349885"/>
          </a:xfrm>
          <a:custGeom>
            <a:avLst/>
            <a:gdLst/>
            <a:ahLst/>
            <a:cxnLst/>
            <a:rect l="l" t="t" r="r" b="b"/>
            <a:pathLst>
              <a:path w="349885" h="349885">
                <a:moveTo>
                  <a:pt x="167610" y="0"/>
                </a:moveTo>
                <a:cubicBezTo>
                  <a:pt x="260117" y="0"/>
                  <a:pt x="335221" y="75104"/>
                  <a:pt x="335221" y="167610"/>
                </a:cubicBezTo>
                <a:cubicBezTo>
                  <a:pt x="335221" y="260117"/>
                  <a:pt x="260117" y="335221"/>
                  <a:pt x="167610" y="335221"/>
                </a:cubicBezTo>
                <a:cubicBezTo>
                  <a:pt x="75104" y="335221"/>
                  <a:pt x="0" y="260117"/>
                  <a:pt x="0" y="167610"/>
                </a:cubicBezTo>
                <a:cubicBezTo>
                  <a:pt x="0" y="75104"/>
                  <a:pt x="75104" y="0"/>
                  <a:pt x="167610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28" name="Text 24"/>
          <p:cNvSpPr/>
          <p:nvPr/>
        </p:nvSpPr>
        <p:spPr>
          <a:xfrm>
            <a:off x="10420350" y="6162040"/>
            <a:ext cx="349885" cy="3498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0494010" y="6250305"/>
            <a:ext cx="202565" cy="173355"/>
          </a:xfrm>
          <a:custGeom>
            <a:avLst/>
            <a:gdLst/>
            <a:ahLst/>
            <a:cxnLst/>
            <a:rect l="l" t="t" r="r" b="b"/>
            <a:pathLst>
              <a:path w="202565" h="173355">
                <a:moveTo>
                  <a:pt x="124485" y="72147"/>
                </a:moveTo>
                <a:lnTo>
                  <a:pt x="108101" y="72147"/>
                </a:lnTo>
                <a:cubicBezTo>
                  <a:pt x="108270" y="73836"/>
                  <a:pt x="108439" y="81609"/>
                  <a:pt x="104047" y="84819"/>
                </a:cubicBezTo>
                <a:cubicBezTo>
                  <a:pt x="104047" y="84819"/>
                  <a:pt x="111141" y="124187"/>
                  <a:pt x="108101" y="136859"/>
                </a:cubicBezTo>
                <a:cubicBezTo>
                  <a:pt x="106919" y="142266"/>
                  <a:pt x="102358" y="155614"/>
                  <a:pt x="97122" y="155614"/>
                </a:cubicBezTo>
                <a:cubicBezTo>
                  <a:pt x="91886" y="155445"/>
                  <a:pt x="87832" y="142097"/>
                  <a:pt x="86819" y="136859"/>
                </a:cubicBezTo>
                <a:cubicBezTo>
                  <a:pt x="84285" y="124187"/>
                  <a:pt x="92730" y="84988"/>
                  <a:pt x="92730" y="84988"/>
                </a:cubicBezTo>
                <a:cubicBezTo>
                  <a:pt x="91379" y="84481"/>
                  <a:pt x="89015" y="82115"/>
                  <a:pt x="88508" y="72147"/>
                </a:cubicBezTo>
                <a:lnTo>
                  <a:pt x="70435" y="72147"/>
                </a:lnTo>
                <a:lnTo>
                  <a:pt x="70435" y="72147"/>
                </a:lnTo>
                <a:cubicBezTo>
                  <a:pt x="54051" y="72147"/>
                  <a:pt x="38680" y="86171"/>
                  <a:pt x="40707" y="103405"/>
                </a:cubicBezTo>
                <a:lnTo>
                  <a:pt x="44930" y="135338"/>
                </a:lnTo>
                <a:cubicBezTo>
                  <a:pt x="48308" y="152404"/>
                  <a:pt x="58273" y="166089"/>
                  <a:pt x="74826" y="166089"/>
                </a:cubicBezTo>
                <a:lnTo>
                  <a:pt x="120094" y="166089"/>
                </a:lnTo>
                <a:cubicBezTo>
                  <a:pt x="136647" y="166089"/>
                  <a:pt x="146612" y="151897"/>
                  <a:pt x="149990" y="135001"/>
                </a:cubicBezTo>
                <a:lnTo>
                  <a:pt x="154213" y="102898"/>
                </a:lnTo>
                <a:cubicBezTo>
                  <a:pt x="156240" y="86171"/>
                  <a:pt x="140869" y="72147"/>
                  <a:pt x="124485" y="72147"/>
                </a:cubicBezTo>
                <a:moveTo>
                  <a:pt x="36822" y="52040"/>
                </a:moveTo>
                <a:cubicBezTo>
                  <a:pt x="47294" y="52040"/>
                  <a:pt x="55740" y="43592"/>
                  <a:pt x="55740" y="33117"/>
                </a:cubicBezTo>
                <a:cubicBezTo>
                  <a:pt x="55740" y="22641"/>
                  <a:pt x="47294" y="14024"/>
                  <a:pt x="36822" y="14024"/>
                </a:cubicBezTo>
                <a:cubicBezTo>
                  <a:pt x="26350" y="14024"/>
                  <a:pt x="17735" y="22641"/>
                  <a:pt x="17735" y="33117"/>
                </a:cubicBezTo>
                <a:cubicBezTo>
                  <a:pt x="17735" y="43592"/>
                  <a:pt x="26350" y="52040"/>
                  <a:pt x="36822" y="52040"/>
                </a:cubicBezTo>
                <a:moveTo>
                  <a:pt x="53713" y="58123"/>
                </a:moveTo>
                <a:lnTo>
                  <a:pt x="19931" y="58123"/>
                </a:lnTo>
                <a:lnTo>
                  <a:pt x="19931" y="57954"/>
                </a:lnTo>
                <a:cubicBezTo>
                  <a:pt x="9628" y="57954"/>
                  <a:pt x="0" y="66740"/>
                  <a:pt x="1182" y="77385"/>
                </a:cubicBezTo>
                <a:lnTo>
                  <a:pt x="3885" y="97491"/>
                </a:lnTo>
                <a:cubicBezTo>
                  <a:pt x="5912" y="107967"/>
                  <a:pt x="12330" y="116415"/>
                  <a:pt x="22634" y="116415"/>
                </a:cubicBezTo>
                <a:lnTo>
                  <a:pt x="32261" y="116415"/>
                </a:lnTo>
                <a:lnTo>
                  <a:pt x="30403" y="102391"/>
                </a:lnTo>
                <a:lnTo>
                  <a:pt x="30403" y="102391"/>
                </a:lnTo>
                <a:lnTo>
                  <a:pt x="30403" y="102391"/>
                </a:lnTo>
                <a:cubicBezTo>
                  <a:pt x="29221" y="92760"/>
                  <a:pt x="32261" y="83298"/>
                  <a:pt x="39018" y="75864"/>
                </a:cubicBezTo>
                <a:cubicBezTo>
                  <a:pt x="42565" y="71809"/>
                  <a:pt x="47125" y="68599"/>
                  <a:pt x="52024" y="66402"/>
                </a:cubicBezTo>
                <a:cubicBezTo>
                  <a:pt x="56246" y="64037"/>
                  <a:pt x="60638" y="62685"/>
                  <a:pt x="65367" y="62009"/>
                </a:cubicBezTo>
                <a:cubicBezTo>
                  <a:pt x="61989" y="59475"/>
                  <a:pt x="57935" y="58123"/>
                  <a:pt x="53713" y="58123"/>
                </a:cubicBezTo>
                <a:moveTo>
                  <a:pt x="157253" y="52040"/>
                </a:moveTo>
                <a:cubicBezTo>
                  <a:pt x="167726" y="52040"/>
                  <a:pt x="176171" y="43592"/>
                  <a:pt x="176171" y="33117"/>
                </a:cubicBezTo>
                <a:cubicBezTo>
                  <a:pt x="176171" y="22641"/>
                  <a:pt x="167726" y="14024"/>
                  <a:pt x="157253" y="14024"/>
                </a:cubicBezTo>
                <a:cubicBezTo>
                  <a:pt x="146781" y="14024"/>
                  <a:pt x="138336" y="22641"/>
                  <a:pt x="138336" y="33117"/>
                </a:cubicBezTo>
                <a:cubicBezTo>
                  <a:pt x="138336" y="43592"/>
                  <a:pt x="146781" y="52040"/>
                  <a:pt x="157253" y="52040"/>
                </a:cubicBezTo>
                <a:moveTo>
                  <a:pt x="174144" y="58123"/>
                </a:moveTo>
                <a:lnTo>
                  <a:pt x="140363" y="58123"/>
                </a:lnTo>
                <a:lnTo>
                  <a:pt x="140363" y="57954"/>
                </a:lnTo>
                <a:cubicBezTo>
                  <a:pt x="136140" y="57954"/>
                  <a:pt x="132086" y="59475"/>
                  <a:pt x="128877" y="61840"/>
                </a:cubicBezTo>
                <a:cubicBezTo>
                  <a:pt x="133775" y="62516"/>
                  <a:pt x="138673" y="64037"/>
                  <a:pt x="143065" y="66402"/>
                </a:cubicBezTo>
                <a:cubicBezTo>
                  <a:pt x="148132" y="68599"/>
                  <a:pt x="152524" y="71978"/>
                  <a:pt x="156240" y="76033"/>
                </a:cubicBezTo>
                <a:cubicBezTo>
                  <a:pt x="162658" y="83467"/>
                  <a:pt x="165699" y="92591"/>
                  <a:pt x="164516" y="101884"/>
                </a:cubicBezTo>
                <a:lnTo>
                  <a:pt x="164516" y="101884"/>
                </a:lnTo>
                <a:lnTo>
                  <a:pt x="164516" y="101884"/>
                </a:lnTo>
                <a:lnTo>
                  <a:pt x="162489" y="116415"/>
                </a:lnTo>
                <a:lnTo>
                  <a:pt x="171442" y="116415"/>
                </a:lnTo>
                <a:cubicBezTo>
                  <a:pt x="181745" y="116415"/>
                  <a:pt x="188163" y="107629"/>
                  <a:pt x="190190" y="97153"/>
                </a:cubicBezTo>
                <a:lnTo>
                  <a:pt x="192893" y="77047"/>
                </a:lnTo>
                <a:cubicBezTo>
                  <a:pt x="194075" y="66740"/>
                  <a:pt x="184448" y="58123"/>
                  <a:pt x="174144" y="58123"/>
                </a:cubicBezTo>
                <a:moveTo>
                  <a:pt x="127694" y="31089"/>
                </a:moveTo>
                <a:cubicBezTo>
                  <a:pt x="127694" y="48323"/>
                  <a:pt x="114182" y="62347"/>
                  <a:pt x="97460" y="62347"/>
                </a:cubicBezTo>
                <a:cubicBezTo>
                  <a:pt x="80738" y="62347"/>
                  <a:pt x="67225" y="48323"/>
                  <a:pt x="67225" y="31089"/>
                </a:cubicBezTo>
                <a:cubicBezTo>
                  <a:pt x="67225" y="13855"/>
                  <a:pt x="80738" y="0"/>
                  <a:pt x="97460" y="0"/>
                </a:cubicBezTo>
                <a:cubicBezTo>
                  <a:pt x="114182" y="0"/>
                  <a:pt x="127694" y="13855"/>
                  <a:pt x="127694" y="31089"/>
                </a:cubicBezTo>
                <a:close/>
                <a:close/>
                <a:close/>
                <a:close/>
                <a:close/>
                <a:close/>
              </a:path>
            </a:pathLst>
          </a:custGeom>
          <a:solidFill>
            <a:srgbClr val="FFFFFF"/>
          </a:solidFill>
        </p:spPr>
      </p:sp>
      <p:sp>
        <p:nvSpPr>
          <p:cNvPr id="30" name="Text 26"/>
          <p:cNvSpPr/>
          <p:nvPr/>
        </p:nvSpPr>
        <p:spPr>
          <a:xfrm>
            <a:off x="10494010" y="6250305"/>
            <a:ext cx="202565" cy="17335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11142345" y="6162040"/>
            <a:ext cx="349885" cy="349885"/>
          </a:xfrm>
          <a:custGeom>
            <a:avLst/>
            <a:gdLst/>
            <a:ahLst/>
            <a:cxnLst/>
            <a:rect l="l" t="t" r="r" b="b"/>
            <a:pathLst>
              <a:path w="349885" h="349885">
                <a:moveTo>
                  <a:pt x="167610" y="0"/>
                </a:moveTo>
                <a:cubicBezTo>
                  <a:pt x="260117" y="0"/>
                  <a:pt x="335221" y="75104"/>
                  <a:pt x="335221" y="167610"/>
                </a:cubicBezTo>
                <a:cubicBezTo>
                  <a:pt x="335221" y="260117"/>
                  <a:pt x="260117" y="335221"/>
                  <a:pt x="167610" y="335221"/>
                </a:cubicBezTo>
                <a:cubicBezTo>
                  <a:pt x="75104" y="335221"/>
                  <a:pt x="0" y="260117"/>
                  <a:pt x="0" y="167610"/>
                </a:cubicBezTo>
                <a:cubicBezTo>
                  <a:pt x="0" y="75104"/>
                  <a:pt x="75104" y="0"/>
                  <a:pt x="167610" y="0"/>
                </a:cubicBezTo>
                <a:close/>
              </a:path>
            </a:pathLst>
          </a:custGeom>
          <a:solidFill>
            <a:srgbClr val="42E4A1"/>
          </a:solidFill>
        </p:spPr>
      </p:sp>
      <p:sp>
        <p:nvSpPr>
          <p:cNvPr id="32" name="Text 28"/>
          <p:cNvSpPr/>
          <p:nvPr/>
        </p:nvSpPr>
        <p:spPr>
          <a:xfrm>
            <a:off x="11142345" y="6162040"/>
            <a:ext cx="349885" cy="3498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11244580" y="6245860"/>
            <a:ext cx="93345" cy="62230"/>
          </a:xfrm>
          <a:custGeom>
            <a:avLst/>
            <a:gdLst/>
            <a:ahLst/>
            <a:cxnLst/>
            <a:rect l="l" t="t" r="r" b="b"/>
            <a:pathLst>
              <a:path w="93345" h="62230">
                <a:moveTo>
                  <a:pt x="31975" y="44656"/>
                </a:moveTo>
                <a:cubicBezTo>
                  <a:pt x="29571" y="42725"/>
                  <a:pt x="28368" y="40070"/>
                  <a:pt x="28368" y="36690"/>
                </a:cubicBezTo>
                <a:cubicBezTo>
                  <a:pt x="28368" y="32828"/>
                  <a:pt x="29811" y="29932"/>
                  <a:pt x="32696" y="27759"/>
                </a:cubicBezTo>
                <a:cubicBezTo>
                  <a:pt x="35340" y="25345"/>
                  <a:pt x="38466" y="24138"/>
                  <a:pt x="43274" y="24138"/>
                </a:cubicBezTo>
                <a:cubicBezTo>
                  <a:pt x="43274" y="20276"/>
                  <a:pt x="43274" y="20276"/>
                  <a:pt x="43274" y="20276"/>
                </a:cubicBezTo>
                <a:cubicBezTo>
                  <a:pt x="49284" y="20276"/>
                  <a:pt x="49284" y="20276"/>
                  <a:pt x="49284" y="20276"/>
                </a:cubicBezTo>
                <a:cubicBezTo>
                  <a:pt x="49284" y="23897"/>
                  <a:pt x="49284" y="23897"/>
                  <a:pt x="49284" y="23897"/>
                </a:cubicBezTo>
                <a:cubicBezTo>
                  <a:pt x="53852" y="24138"/>
                  <a:pt x="56497" y="25104"/>
                  <a:pt x="59141" y="27518"/>
                </a:cubicBezTo>
                <a:cubicBezTo>
                  <a:pt x="61786" y="29690"/>
                  <a:pt x="62988" y="32828"/>
                  <a:pt x="63228" y="36690"/>
                </a:cubicBezTo>
                <a:cubicBezTo>
                  <a:pt x="53131" y="36690"/>
                  <a:pt x="53131" y="36690"/>
                  <a:pt x="53131" y="36690"/>
                </a:cubicBezTo>
                <a:cubicBezTo>
                  <a:pt x="52890" y="35001"/>
                  <a:pt x="52410" y="33794"/>
                  <a:pt x="51688" y="32828"/>
                </a:cubicBezTo>
                <a:cubicBezTo>
                  <a:pt x="50005" y="30897"/>
                  <a:pt x="42312" y="30897"/>
                  <a:pt x="40149" y="32345"/>
                </a:cubicBezTo>
                <a:cubicBezTo>
                  <a:pt x="38706" y="33552"/>
                  <a:pt x="38466" y="36449"/>
                  <a:pt x="40149" y="37656"/>
                </a:cubicBezTo>
                <a:cubicBezTo>
                  <a:pt x="42072" y="39104"/>
                  <a:pt x="49284" y="40311"/>
                  <a:pt x="52169" y="41277"/>
                </a:cubicBezTo>
                <a:cubicBezTo>
                  <a:pt x="55775" y="42484"/>
                  <a:pt x="58660" y="43691"/>
                  <a:pt x="60343" y="45380"/>
                </a:cubicBezTo>
                <a:cubicBezTo>
                  <a:pt x="62747" y="47553"/>
                  <a:pt x="63949" y="50208"/>
                  <a:pt x="63949" y="53829"/>
                </a:cubicBezTo>
                <a:cubicBezTo>
                  <a:pt x="63949" y="54794"/>
                  <a:pt x="63949" y="55760"/>
                  <a:pt x="63709" y="56484"/>
                </a:cubicBezTo>
                <a:cubicBezTo>
                  <a:pt x="63228" y="57449"/>
                  <a:pt x="62747" y="58415"/>
                  <a:pt x="62266" y="59380"/>
                </a:cubicBezTo>
                <a:cubicBezTo>
                  <a:pt x="59381" y="57932"/>
                  <a:pt x="56497" y="56725"/>
                  <a:pt x="53371" y="55518"/>
                </a:cubicBezTo>
                <a:cubicBezTo>
                  <a:pt x="53612" y="54311"/>
                  <a:pt x="53131" y="53104"/>
                  <a:pt x="52169" y="52380"/>
                </a:cubicBezTo>
                <a:cubicBezTo>
                  <a:pt x="48082" y="49242"/>
                  <a:pt x="37985" y="49967"/>
                  <a:pt x="31975" y="44656"/>
                </a:cubicBezTo>
                <a:moveTo>
                  <a:pt x="45918" y="9414"/>
                </a:moveTo>
                <a:cubicBezTo>
                  <a:pt x="35821" y="9414"/>
                  <a:pt x="26686" y="13518"/>
                  <a:pt x="19954" y="20035"/>
                </a:cubicBezTo>
                <a:cubicBezTo>
                  <a:pt x="13463" y="26794"/>
                  <a:pt x="9376" y="35966"/>
                  <a:pt x="9376" y="46104"/>
                </a:cubicBezTo>
                <a:cubicBezTo>
                  <a:pt x="9376" y="49484"/>
                  <a:pt x="9616" y="52863"/>
                  <a:pt x="10578" y="55760"/>
                </a:cubicBezTo>
                <a:cubicBezTo>
                  <a:pt x="7693" y="56967"/>
                  <a:pt x="4808" y="58174"/>
                  <a:pt x="2164" y="59622"/>
                </a:cubicBezTo>
                <a:cubicBezTo>
                  <a:pt x="721" y="55277"/>
                  <a:pt x="0" y="50691"/>
                  <a:pt x="0" y="46104"/>
                </a:cubicBezTo>
                <a:cubicBezTo>
                  <a:pt x="0" y="33311"/>
                  <a:pt x="5289" y="21966"/>
                  <a:pt x="13463" y="13518"/>
                </a:cubicBezTo>
                <a:cubicBezTo>
                  <a:pt x="21877" y="5310"/>
                  <a:pt x="33177" y="0"/>
                  <a:pt x="45918" y="0"/>
                </a:cubicBezTo>
                <a:cubicBezTo>
                  <a:pt x="58660" y="0"/>
                  <a:pt x="69960" y="5310"/>
                  <a:pt x="78374" y="13518"/>
                </a:cubicBezTo>
                <a:cubicBezTo>
                  <a:pt x="83423" y="18587"/>
                  <a:pt x="87269" y="24863"/>
                  <a:pt x="89433" y="31863"/>
                </a:cubicBezTo>
                <a:cubicBezTo>
                  <a:pt x="86788" y="33311"/>
                  <a:pt x="83903" y="35001"/>
                  <a:pt x="81499" y="36690"/>
                </a:cubicBezTo>
                <a:cubicBezTo>
                  <a:pt x="79816" y="30414"/>
                  <a:pt x="76451" y="24621"/>
                  <a:pt x="71883" y="20035"/>
                </a:cubicBezTo>
                <a:cubicBezTo>
                  <a:pt x="65151" y="13518"/>
                  <a:pt x="56016" y="9414"/>
                  <a:pt x="45918" y="9414"/>
                </a:cubicBezTo>
                <a:close/>
                <a:close/>
              </a:path>
            </a:pathLst>
          </a:custGeom>
          <a:solidFill>
            <a:srgbClr val="FFFFFF"/>
          </a:solidFill>
        </p:spPr>
      </p:sp>
      <p:sp>
        <p:nvSpPr>
          <p:cNvPr id="34" name="Text 30"/>
          <p:cNvSpPr/>
          <p:nvPr/>
        </p:nvSpPr>
        <p:spPr>
          <a:xfrm>
            <a:off x="11244580" y="6245860"/>
            <a:ext cx="93345" cy="6223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35" name="Shape 31"/>
          <p:cNvSpPr/>
          <p:nvPr/>
        </p:nvSpPr>
        <p:spPr>
          <a:xfrm>
            <a:off x="11317605" y="6282690"/>
            <a:ext cx="97155" cy="101600"/>
          </a:xfrm>
          <a:custGeom>
            <a:avLst/>
            <a:gdLst/>
            <a:ahLst/>
            <a:cxnLst/>
            <a:rect l="l" t="t" r="r" b="b"/>
            <a:pathLst>
              <a:path w="97155" h="101600">
                <a:moveTo>
                  <a:pt x="9836" y="14146"/>
                </a:moveTo>
                <a:cubicBezTo>
                  <a:pt x="18713" y="5275"/>
                  <a:pt x="30948" y="0"/>
                  <a:pt x="44382" y="0"/>
                </a:cubicBezTo>
                <a:cubicBezTo>
                  <a:pt x="57817" y="0"/>
                  <a:pt x="70052" y="5275"/>
                  <a:pt x="78929" y="14146"/>
                </a:cubicBezTo>
                <a:cubicBezTo>
                  <a:pt x="87805" y="23017"/>
                  <a:pt x="93083" y="35244"/>
                  <a:pt x="93083" y="48671"/>
                </a:cubicBezTo>
                <a:cubicBezTo>
                  <a:pt x="93083" y="62097"/>
                  <a:pt x="87805" y="74325"/>
                  <a:pt x="78929" y="83196"/>
                </a:cubicBezTo>
                <a:cubicBezTo>
                  <a:pt x="70052" y="92067"/>
                  <a:pt x="57817" y="97342"/>
                  <a:pt x="44382" y="97342"/>
                </a:cubicBezTo>
                <a:cubicBezTo>
                  <a:pt x="38145" y="97342"/>
                  <a:pt x="32147" y="96143"/>
                  <a:pt x="26629" y="94225"/>
                </a:cubicBezTo>
                <a:cubicBezTo>
                  <a:pt x="27349" y="90149"/>
                  <a:pt x="27829" y="86073"/>
                  <a:pt x="27829" y="81997"/>
                </a:cubicBezTo>
                <a:cubicBezTo>
                  <a:pt x="27829" y="64735"/>
                  <a:pt x="20872" y="47952"/>
                  <a:pt x="8637" y="35724"/>
                </a:cubicBezTo>
                <a:cubicBezTo>
                  <a:pt x="5998" y="33087"/>
                  <a:pt x="3119" y="30689"/>
                  <a:pt x="0" y="28531"/>
                </a:cubicBezTo>
                <a:cubicBezTo>
                  <a:pt x="2399" y="23017"/>
                  <a:pt x="5758" y="18222"/>
                  <a:pt x="9836" y="14146"/>
                </a:cubicBezTo>
                <a:moveTo>
                  <a:pt x="29508" y="47232"/>
                </a:moveTo>
                <a:cubicBezTo>
                  <a:pt x="26869" y="45075"/>
                  <a:pt x="25670" y="42197"/>
                  <a:pt x="25670" y="38601"/>
                </a:cubicBezTo>
                <a:cubicBezTo>
                  <a:pt x="25670" y="34525"/>
                  <a:pt x="27109" y="31408"/>
                  <a:pt x="30228" y="29011"/>
                </a:cubicBezTo>
                <a:cubicBezTo>
                  <a:pt x="33107" y="26613"/>
                  <a:pt x="36466" y="25175"/>
                  <a:pt x="41504" y="25175"/>
                </a:cubicBezTo>
                <a:cubicBezTo>
                  <a:pt x="41504" y="21099"/>
                  <a:pt x="41504" y="21099"/>
                  <a:pt x="41504" y="21099"/>
                </a:cubicBezTo>
                <a:cubicBezTo>
                  <a:pt x="47981" y="21099"/>
                  <a:pt x="47981" y="21099"/>
                  <a:pt x="47981" y="21099"/>
                </a:cubicBezTo>
                <a:cubicBezTo>
                  <a:pt x="47981" y="24935"/>
                  <a:pt x="47981" y="24935"/>
                  <a:pt x="47981" y="24935"/>
                </a:cubicBezTo>
                <a:cubicBezTo>
                  <a:pt x="52779" y="25175"/>
                  <a:pt x="55898" y="26373"/>
                  <a:pt x="58537" y="28771"/>
                </a:cubicBezTo>
                <a:cubicBezTo>
                  <a:pt x="61176" y="31169"/>
                  <a:pt x="62615" y="34285"/>
                  <a:pt x="62855" y="38601"/>
                </a:cubicBezTo>
                <a:cubicBezTo>
                  <a:pt x="52059" y="38601"/>
                  <a:pt x="52059" y="38601"/>
                  <a:pt x="52059" y="38601"/>
                </a:cubicBezTo>
                <a:cubicBezTo>
                  <a:pt x="51819" y="36923"/>
                  <a:pt x="51340" y="35484"/>
                  <a:pt x="50620" y="34525"/>
                </a:cubicBezTo>
                <a:cubicBezTo>
                  <a:pt x="48701" y="32367"/>
                  <a:pt x="40304" y="32367"/>
                  <a:pt x="38385" y="34046"/>
                </a:cubicBezTo>
                <a:cubicBezTo>
                  <a:pt x="36466" y="35244"/>
                  <a:pt x="36466" y="38361"/>
                  <a:pt x="38145" y="39560"/>
                </a:cubicBezTo>
                <a:cubicBezTo>
                  <a:pt x="40304" y="41238"/>
                  <a:pt x="47981" y="42437"/>
                  <a:pt x="51100" y="43396"/>
                </a:cubicBezTo>
                <a:cubicBezTo>
                  <a:pt x="54938" y="44595"/>
                  <a:pt x="58057" y="46273"/>
                  <a:pt x="59976" y="47952"/>
                </a:cubicBezTo>
                <a:cubicBezTo>
                  <a:pt x="62375" y="50109"/>
                  <a:pt x="63575" y="52987"/>
                  <a:pt x="63575" y="56823"/>
                </a:cubicBezTo>
                <a:cubicBezTo>
                  <a:pt x="63575" y="61378"/>
                  <a:pt x="62375" y="64735"/>
                  <a:pt x="59496" y="66893"/>
                </a:cubicBezTo>
                <a:cubicBezTo>
                  <a:pt x="56618" y="69290"/>
                  <a:pt x="53259" y="70729"/>
                  <a:pt x="47501" y="70968"/>
                </a:cubicBezTo>
                <a:cubicBezTo>
                  <a:pt x="47501" y="76243"/>
                  <a:pt x="47501" y="76243"/>
                  <a:pt x="47501" y="76243"/>
                </a:cubicBezTo>
                <a:cubicBezTo>
                  <a:pt x="41264" y="76243"/>
                  <a:pt x="41264" y="76243"/>
                  <a:pt x="41264" y="76243"/>
                </a:cubicBezTo>
                <a:cubicBezTo>
                  <a:pt x="41264" y="70968"/>
                  <a:pt x="41264" y="70968"/>
                  <a:pt x="41264" y="70968"/>
                </a:cubicBezTo>
                <a:cubicBezTo>
                  <a:pt x="35986" y="70729"/>
                  <a:pt x="32627" y="69530"/>
                  <a:pt x="29508" y="66893"/>
                </a:cubicBezTo>
                <a:cubicBezTo>
                  <a:pt x="26629" y="64255"/>
                  <a:pt x="25190" y="60419"/>
                  <a:pt x="25190" y="55864"/>
                </a:cubicBezTo>
                <a:cubicBezTo>
                  <a:pt x="36466" y="55864"/>
                  <a:pt x="36466" y="55864"/>
                  <a:pt x="36466" y="55864"/>
                </a:cubicBezTo>
                <a:cubicBezTo>
                  <a:pt x="36705" y="58261"/>
                  <a:pt x="37185" y="59940"/>
                  <a:pt x="37905" y="60899"/>
                </a:cubicBezTo>
                <a:cubicBezTo>
                  <a:pt x="40064" y="63536"/>
                  <a:pt x="48701" y="63056"/>
                  <a:pt x="50860" y="61378"/>
                </a:cubicBezTo>
                <a:cubicBezTo>
                  <a:pt x="52779" y="60179"/>
                  <a:pt x="53019" y="56823"/>
                  <a:pt x="51100" y="55384"/>
                </a:cubicBezTo>
                <a:cubicBezTo>
                  <a:pt x="46781" y="51788"/>
                  <a:pt x="35986" y="52747"/>
                  <a:pt x="29508" y="47232"/>
                </a:cubicBezTo>
                <a:close/>
                <a:close/>
              </a:path>
            </a:pathLst>
          </a:custGeom>
          <a:solidFill>
            <a:srgbClr val="FFFFFF"/>
          </a:solidFill>
        </p:spPr>
      </p:sp>
      <p:sp>
        <p:nvSpPr>
          <p:cNvPr id="36" name="Text 32"/>
          <p:cNvSpPr/>
          <p:nvPr/>
        </p:nvSpPr>
        <p:spPr>
          <a:xfrm>
            <a:off x="11317605" y="6282690"/>
            <a:ext cx="97155" cy="10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11219180" y="6309995"/>
            <a:ext cx="117475" cy="117475"/>
          </a:xfrm>
          <a:custGeom>
            <a:avLst/>
            <a:gdLst/>
            <a:ahLst/>
            <a:cxnLst/>
            <a:rect l="l" t="t" r="r" b="b"/>
            <a:pathLst>
              <a:path w="117475" h="117475">
                <a:moveTo>
                  <a:pt x="56276" y="13650"/>
                </a:moveTo>
                <a:cubicBezTo>
                  <a:pt x="44542" y="13650"/>
                  <a:pt x="33765" y="18439"/>
                  <a:pt x="26102" y="26102"/>
                </a:cubicBezTo>
                <a:cubicBezTo>
                  <a:pt x="18439" y="33765"/>
                  <a:pt x="13650" y="44542"/>
                  <a:pt x="13650" y="56276"/>
                </a:cubicBezTo>
                <a:cubicBezTo>
                  <a:pt x="13650" y="68010"/>
                  <a:pt x="18439" y="78547"/>
                  <a:pt x="26102" y="86449"/>
                </a:cubicBezTo>
                <a:cubicBezTo>
                  <a:pt x="33765" y="94112"/>
                  <a:pt x="44542" y="98902"/>
                  <a:pt x="56276" y="98902"/>
                </a:cubicBezTo>
                <a:cubicBezTo>
                  <a:pt x="68010" y="98902"/>
                  <a:pt x="78547" y="94112"/>
                  <a:pt x="86449" y="86449"/>
                </a:cubicBezTo>
                <a:cubicBezTo>
                  <a:pt x="94112" y="78547"/>
                  <a:pt x="98902" y="68010"/>
                  <a:pt x="98902" y="56276"/>
                </a:cubicBezTo>
                <a:cubicBezTo>
                  <a:pt x="98902" y="44542"/>
                  <a:pt x="94112" y="33765"/>
                  <a:pt x="86449" y="26102"/>
                </a:cubicBezTo>
                <a:cubicBezTo>
                  <a:pt x="78547" y="18439"/>
                  <a:pt x="68010" y="13650"/>
                  <a:pt x="56276" y="13650"/>
                </a:cubicBezTo>
                <a:moveTo>
                  <a:pt x="40710" y="54599"/>
                </a:moveTo>
                <a:cubicBezTo>
                  <a:pt x="38076" y="52444"/>
                  <a:pt x="36879" y="49571"/>
                  <a:pt x="36879" y="45739"/>
                </a:cubicBezTo>
                <a:cubicBezTo>
                  <a:pt x="36879" y="41668"/>
                  <a:pt x="38315" y="38315"/>
                  <a:pt x="41429" y="35681"/>
                </a:cubicBezTo>
                <a:cubicBezTo>
                  <a:pt x="44542" y="33287"/>
                  <a:pt x="47894" y="31850"/>
                  <a:pt x="53163" y="31610"/>
                </a:cubicBezTo>
                <a:cubicBezTo>
                  <a:pt x="53163" y="27300"/>
                  <a:pt x="53163" y="27300"/>
                  <a:pt x="53163" y="27300"/>
                </a:cubicBezTo>
                <a:cubicBezTo>
                  <a:pt x="60107" y="27300"/>
                  <a:pt x="60107" y="27300"/>
                  <a:pt x="60107" y="27300"/>
                </a:cubicBezTo>
                <a:cubicBezTo>
                  <a:pt x="60107" y="31610"/>
                  <a:pt x="60107" y="31610"/>
                  <a:pt x="60107" y="31610"/>
                </a:cubicBezTo>
                <a:cubicBezTo>
                  <a:pt x="65136" y="31850"/>
                  <a:pt x="68010" y="33047"/>
                  <a:pt x="70883" y="35442"/>
                </a:cubicBezTo>
                <a:cubicBezTo>
                  <a:pt x="73757" y="37836"/>
                  <a:pt x="74955" y="41189"/>
                  <a:pt x="75194" y="45500"/>
                </a:cubicBezTo>
                <a:cubicBezTo>
                  <a:pt x="63939" y="45500"/>
                  <a:pt x="63939" y="45500"/>
                  <a:pt x="63939" y="45500"/>
                </a:cubicBezTo>
                <a:cubicBezTo>
                  <a:pt x="63699" y="43584"/>
                  <a:pt x="63460" y="42386"/>
                  <a:pt x="62741" y="41429"/>
                </a:cubicBezTo>
                <a:cubicBezTo>
                  <a:pt x="60826" y="39273"/>
                  <a:pt x="52205" y="39273"/>
                  <a:pt x="49810" y="40950"/>
                </a:cubicBezTo>
                <a:cubicBezTo>
                  <a:pt x="48134" y="42386"/>
                  <a:pt x="47894" y="45500"/>
                  <a:pt x="49810" y="46936"/>
                </a:cubicBezTo>
                <a:cubicBezTo>
                  <a:pt x="51965" y="48613"/>
                  <a:pt x="59868" y="49810"/>
                  <a:pt x="63220" y="50768"/>
                </a:cubicBezTo>
                <a:cubicBezTo>
                  <a:pt x="67291" y="52205"/>
                  <a:pt x="70405" y="53642"/>
                  <a:pt x="72320" y="55318"/>
                </a:cubicBezTo>
                <a:cubicBezTo>
                  <a:pt x="74955" y="57713"/>
                  <a:pt x="76152" y="60826"/>
                  <a:pt x="76152" y="64897"/>
                </a:cubicBezTo>
                <a:cubicBezTo>
                  <a:pt x="76391" y="69447"/>
                  <a:pt x="74715" y="72799"/>
                  <a:pt x="71841" y="75194"/>
                </a:cubicBezTo>
                <a:cubicBezTo>
                  <a:pt x="68968" y="77828"/>
                  <a:pt x="65136" y="79504"/>
                  <a:pt x="59389" y="79744"/>
                </a:cubicBezTo>
                <a:cubicBezTo>
                  <a:pt x="59389" y="85012"/>
                  <a:pt x="59389" y="85012"/>
                  <a:pt x="59389" y="85012"/>
                </a:cubicBezTo>
                <a:cubicBezTo>
                  <a:pt x="52444" y="85012"/>
                  <a:pt x="52444" y="85012"/>
                  <a:pt x="52444" y="85012"/>
                </a:cubicBezTo>
                <a:cubicBezTo>
                  <a:pt x="52444" y="79744"/>
                  <a:pt x="52444" y="79744"/>
                  <a:pt x="52444" y="79744"/>
                </a:cubicBezTo>
                <a:cubicBezTo>
                  <a:pt x="46936" y="79744"/>
                  <a:pt x="43823" y="77828"/>
                  <a:pt x="40950" y="74955"/>
                </a:cubicBezTo>
                <a:cubicBezTo>
                  <a:pt x="37836" y="72320"/>
                  <a:pt x="36160" y="68489"/>
                  <a:pt x="36160" y="63699"/>
                </a:cubicBezTo>
                <a:cubicBezTo>
                  <a:pt x="48134" y="63699"/>
                  <a:pt x="48134" y="63699"/>
                  <a:pt x="48134" y="63699"/>
                </a:cubicBezTo>
                <a:cubicBezTo>
                  <a:pt x="48373" y="66094"/>
                  <a:pt x="48852" y="67770"/>
                  <a:pt x="49571" y="68968"/>
                </a:cubicBezTo>
                <a:cubicBezTo>
                  <a:pt x="51726" y="71602"/>
                  <a:pt x="60826" y="71123"/>
                  <a:pt x="62981" y="69447"/>
                </a:cubicBezTo>
                <a:cubicBezTo>
                  <a:pt x="65136" y="68010"/>
                  <a:pt x="65136" y="64897"/>
                  <a:pt x="63220" y="63220"/>
                </a:cubicBezTo>
                <a:cubicBezTo>
                  <a:pt x="58670" y="59628"/>
                  <a:pt x="47415" y="60347"/>
                  <a:pt x="40710" y="54599"/>
                </a:cubicBezTo>
                <a:moveTo>
                  <a:pt x="16524" y="16524"/>
                </a:moveTo>
                <a:cubicBezTo>
                  <a:pt x="26581" y="6226"/>
                  <a:pt x="40710" y="0"/>
                  <a:pt x="56276" y="0"/>
                </a:cubicBezTo>
                <a:cubicBezTo>
                  <a:pt x="71841" y="0"/>
                  <a:pt x="85970" y="6226"/>
                  <a:pt x="96028" y="16524"/>
                </a:cubicBezTo>
                <a:cubicBezTo>
                  <a:pt x="106325" y="26581"/>
                  <a:pt x="112551" y="40710"/>
                  <a:pt x="112551" y="56276"/>
                </a:cubicBezTo>
                <a:cubicBezTo>
                  <a:pt x="112551" y="71841"/>
                  <a:pt x="106325" y="85970"/>
                  <a:pt x="96028" y="96028"/>
                </a:cubicBezTo>
                <a:cubicBezTo>
                  <a:pt x="85970" y="106325"/>
                  <a:pt x="71841" y="112551"/>
                  <a:pt x="56276" y="112551"/>
                </a:cubicBezTo>
                <a:cubicBezTo>
                  <a:pt x="40710" y="112551"/>
                  <a:pt x="26581" y="106325"/>
                  <a:pt x="16524" y="96028"/>
                </a:cubicBezTo>
                <a:cubicBezTo>
                  <a:pt x="6226" y="85970"/>
                  <a:pt x="0" y="71841"/>
                  <a:pt x="0" y="56276"/>
                </a:cubicBezTo>
                <a:cubicBezTo>
                  <a:pt x="0" y="40710"/>
                  <a:pt x="6226" y="26581"/>
                  <a:pt x="16524" y="16524"/>
                </a:cubicBezTo>
                <a:close/>
                <a:close/>
                <a:close/>
              </a:path>
            </a:pathLst>
          </a:custGeom>
          <a:solidFill>
            <a:srgbClr val="FFFFFF"/>
          </a:solidFill>
        </p:spPr>
      </p:sp>
      <p:sp>
        <p:nvSpPr>
          <p:cNvPr id="38" name="Text 34"/>
          <p:cNvSpPr/>
          <p:nvPr/>
        </p:nvSpPr>
        <p:spPr>
          <a:xfrm>
            <a:off x="11219180" y="6309995"/>
            <a:ext cx="117475" cy="11747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39" name="Shape 35"/>
          <p:cNvSpPr/>
          <p:nvPr/>
        </p:nvSpPr>
        <p:spPr>
          <a:xfrm>
            <a:off x="10848277" y="91600"/>
            <a:ext cx="1251450" cy="1605057"/>
          </a:xfrm>
          <a:custGeom>
            <a:avLst/>
            <a:gdLst/>
            <a:ahLst/>
            <a:cxnLst/>
            <a:rect l="l" t="t" r="r" b="b"/>
            <a:pathLst>
              <a:path w="1251450" h="1605057">
                <a:moveTo>
                  <a:pt x="857070" y="0"/>
                </a:moveTo>
                <a:lnTo>
                  <a:pt x="1199000" y="0"/>
                </a:lnTo>
                <a:lnTo>
                  <a:pt x="341930" y="1537787"/>
                </a:lnTo>
                <a:lnTo>
                  <a:pt x="0" y="1537787"/>
                </a:lnTo>
                <a:close/>
              </a:path>
            </a:pathLst>
          </a:custGeom>
          <a:solidFill>
            <a:srgbClr val="42E4A1"/>
          </a:solidFill>
        </p:spPr>
      </p:sp>
      <p:sp>
        <p:nvSpPr>
          <p:cNvPr id="40" name="Text 36"/>
          <p:cNvSpPr/>
          <p:nvPr/>
        </p:nvSpPr>
        <p:spPr>
          <a:xfrm>
            <a:off x="10848277" y="91600"/>
            <a:ext cx="1251450" cy="160505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800" dirty="0"/>
          </a:p>
        </p:txBody>
      </p:sp>
      <p:sp>
        <p:nvSpPr>
          <p:cNvPr id="41" name="Shape 37"/>
          <p:cNvSpPr/>
          <p:nvPr/>
        </p:nvSpPr>
        <p:spPr>
          <a:xfrm>
            <a:off x="3945890" y="3895792"/>
            <a:ext cx="7959725" cy="1192524"/>
          </a:xfrm>
          <a:custGeom>
            <a:avLst/>
            <a:gdLst/>
            <a:ahLst/>
            <a:cxnLst/>
            <a:rect l="l" t="t" r="r" b="b"/>
            <a:pathLst>
              <a:path w="7959725" h="1192524">
                <a:moveTo>
                  <a:pt x="0" y="0"/>
                </a:moveTo>
                <a:lnTo>
                  <a:pt x="7959725" y="0"/>
                </a:lnTo>
                <a:lnTo>
                  <a:pt x="7959725" y="1192524"/>
                </a:lnTo>
                <a:lnTo>
                  <a:pt x="0" y="11925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42" name="Text 38"/>
          <p:cNvSpPr/>
          <p:nvPr/>
        </p:nvSpPr>
        <p:spPr>
          <a:xfrm>
            <a:off x="3945890" y="3895792"/>
            <a:ext cx="7959725" cy="11925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6000" b="1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谢谢观看！</a:t>
            </a:r>
            <a:endParaRPr lang="en-US" sz="6000" dirty="0"/>
          </a:p>
        </p:txBody>
      </p:sp>
      <p:sp>
        <p:nvSpPr>
          <p:cNvPr id="43" name="Shape 39"/>
          <p:cNvSpPr/>
          <p:nvPr/>
        </p:nvSpPr>
        <p:spPr>
          <a:xfrm>
            <a:off x="6096635" y="2785745"/>
            <a:ext cx="4751705" cy="368300"/>
          </a:xfrm>
          <a:custGeom>
            <a:avLst/>
            <a:gdLst/>
            <a:ahLst/>
            <a:cxnLst/>
            <a:rect l="l" t="t" r="r" b="b"/>
            <a:pathLst>
              <a:path w="4751705" h="368300">
                <a:moveTo>
                  <a:pt x="0" y="0"/>
                </a:moveTo>
                <a:lnTo>
                  <a:pt x="4751705" y="0"/>
                </a:lnTo>
                <a:lnTo>
                  <a:pt x="4751705" y="368300"/>
                </a:lnTo>
                <a:lnTo>
                  <a:pt x="0" y="3683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44" name="Text 40"/>
          <p:cNvSpPr/>
          <p:nvPr/>
        </p:nvSpPr>
        <p:spPr>
          <a:xfrm>
            <a:off x="6096635" y="2785745"/>
            <a:ext cx="4751705" cy="3683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6822050" y="5461437"/>
            <a:ext cx="1426355" cy="355403"/>
          </a:xfrm>
          <a:custGeom>
            <a:avLst/>
            <a:gdLst/>
            <a:ahLst/>
            <a:cxnLst/>
            <a:rect l="l" t="t" r="r" b="b"/>
            <a:pathLst>
              <a:path w="1426355" h="355403">
                <a:moveTo>
                  <a:pt x="169240" y="0"/>
                </a:moveTo>
                <a:lnTo>
                  <a:pt x="1257115" y="0"/>
                </a:lnTo>
                <a:quadBezTo>
                  <a:pt x="1426355" y="0"/>
                  <a:pt x="1426355" y="169240"/>
                </a:quadBezTo>
                <a:lnTo>
                  <a:pt x="1426355" y="186163"/>
                </a:lnTo>
                <a:quadBezTo>
                  <a:pt x="1426355" y="355403"/>
                  <a:pt x="1257115" y="355403"/>
                </a:quadBezTo>
                <a:lnTo>
                  <a:pt x="169240" y="355403"/>
                </a:lnTo>
                <a:quadBezTo>
                  <a:pt x="0" y="355403"/>
                  <a:pt x="0" y="186163"/>
                </a:quadBezTo>
                <a:lnTo>
                  <a:pt x="0" y="169240"/>
                </a:lnTo>
                <a:quadBezTo>
                  <a:pt x="0" y="0"/>
                  <a:pt x="169240" y="0"/>
                </a:quadBezTo>
                <a:close/>
              </a:path>
            </a:pathLst>
          </a:custGeom>
          <a:solidFill>
            <a:srgbClr val="2835DE"/>
          </a:solidFill>
        </p:spPr>
      </p:sp>
      <p:sp>
        <p:nvSpPr>
          <p:cNvPr id="46" name="Text 42"/>
          <p:cNvSpPr/>
          <p:nvPr/>
        </p:nvSpPr>
        <p:spPr>
          <a:xfrm>
            <a:off x="6822050" y="5461437"/>
            <a:ext cx="1426355" cy="35540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2025-10-09</a:t>
            </a:r>
            <a:endParaRPr lang="en-US" sz="1350" dirty="0"/>
          </a:p>
        </p:txBody>
      </p:sp>
      <p:sp>
        <p:nvSpPr>
          <p:cNvPr id="47" name="Shape 43"/>
          <p:cNvSpPr/>
          <p:nvPr/>
        </p:nvSpPr>
        <p:spPr>
          <a:xfrm>
            <a:off x="4008755" y="5461437"/>
            <a:ext cx="2525787" cy="355403"/>
          </a:xfrm>
          <a:custGeom>
            <a:avLst/>
            <a:gdLst/>
            <a:ahLst/>
            <a:cxnLst/>
            <a:rect l="l" t="t" r="r" b="b"/>
            <a:pathLst>
              <a:path w="2525787" h="355403">
                <a:moveTo>
                  <a:pt x="169240" y="0"/>
                </a:moveTo>
                <a:lnTo>
                  <a:pt x="2356548" y="0"/>
                </a:lnTo>
                <a:quadBezTo>
                  <a:pt x="2525787" y="0"/>
                  <a:pt x="2525787" y="169240"/>
                </a:quadBezTo>
                <a:lnTo>
                  <a:pt x="2525787" y="186163"/>
                </a:lnTo>
                <a:quadBezTo>
                  <a:pt x="2525787" y="355403"/>
                  <a:pt x="2356548" y="355403"/>
                </a:quadBezTo>
                <a:lnTo>
                  <a:pt x="169240" y="355403"/>
                </a:lnTo>
                <a:quadBezTo>
                  <a:pt x="0" y="355403"/>
                  <a:pt x="0" y="186163"/>
                </a:quadBezTo>
                <a:lnTo>
                  <a:pt x="0" y="169240"/>
                </a:lnTo>
                <a:quadBezTo>
                  <a:pt x="0" y="0"/>
                  <a:pt x="169240" y="0"/>
                </a:quadBezTo>
                <a:close/>
              </a:path>
            </a:pathLst>
          </a:custGeom>
          <a:solidFill>
            <a:srgbClr val="2835DE"/>
          </a:solidFill>
        </p:spPr>
      </p:sp>
      <p:sp>
        <p:nvSpPr>
          <p:cNvPr id="48" name="Text 44"/>
          <p:cNvSpPr/>
          <p:nvPr/>
        </p:nvSpPr>
        <p:spPr>
          <a:xfrm>
            <a:off x="4008755" y="5461437"/>
            <a:ext cx="2525787" cy="35540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主讲人</a:t>
            </a:r>
            <a:r>
              <a:rPr lang="zh-CN" altLang="en-US" sz="13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：张</a:t>
            </a:r>
            <a:r>
              <a:rPr lang="zh-CN" altLang="en-US" sz="13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恒瑞</a:t>
            </a:r>
            <a:endParaRPr lang="zh-CN" altLang="en-US" sz="13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8.75,&quot;left&quot;:134.25,&quot;top&quot;:112.08751968503937,&quot;width&quot;:782.25}"/>
</p:tagLst>
</file>

<file path=ppt/tags/tag2.xml><?xml version="1.0" encoding="utf-8"?>
<p:tagLst xmlns:p="http://schemas.openxmlformats.org/presentationml/2006/main">
  <p:tag name="KSO_WM_DIAGRAM_VIRTUALLY_FRAME" val="{&quot;height&quot;:218.75,&quot;left&quot;:134.25,&quot;top&quot;:112.08751968503937,&quot;width&quot;:782.25}"/>
</p:tagLst>
</file>

<file path=ppt/tags/tag3.xml><?xml version="1.0" encoding="utf-8"?>
<p:tagLst xmlns:p="http://schemas.openxmlformats.org/presentationml/2006/main">
  <p:tag name="KSO_WM_DIAGRAM_VIRTUALLY_FRAME" val="{&quot;height&quot;:218.75,&quot;left&quot;:134.25,&quot;top&quot;:112.08751968503937,&quot;width&quot;:782.25}"/>
</p:tagLst>
</file>

<file path=ppt/tags/tag4.xml><?xml version="1.0" encoding="utf-8"?>
<p:tagLst xmlns:p="http://schemas.openxmlformats.org/presentationml/2006/main">
  <p:tag name="KSO_WM_DIAGRAM_VIRTUALLY_FRAME" val="{&quot;height&quot;:218.75,&quot;left&quot;:134.25,&quot;top&quot;:112.08751968503937,&quot;width&quot;:782.25}"/>
</p:tagLst>
</file>

<file path=ppt/tags/tag5.xml><?xml version="1.0" encoding="utf-8"?>
<p:tagLst xmlns:p="http://schemas.openxmlformats.org/presentationml/2006/main">
  <p:tag name="KSO_WM_DIAGRAM_VIRTUALLY_FRAME" val="{&quot;height&quot;:218.75,&quot;left&quot;:134.25,&quot;top&quot;:112.08751968503937,&quot;width&quot;:782.25}"/>
</p:tagLst>
</file>

<file path=ppt/tags/tag6.xml><?xml version="1.0" encoding="utf-8"?>
<p:tagLst xmlns:p="http://schemas.openxmlformats.org/presentationml/2006/main">
  <p:tag name="KSO_WM_DIAGRAM_VIRTUALLY_FRAME" val="{&quot;height&quot;:218.75,&quot;left&quot;:134.25,&quot;top&quot;:112.08751968503937,&quot;width&quot;:782.25}"/>
</p:tagLst>
</file>

<file path=ppt/tags/tag7.xml><?xml version="1.0" encoding="utf-8"?>
<p:tagLst xmlns:p="http://schemas.openxmlformats.org/presentationml/2006/main">
  <p:tag name="KSO_WM_DIAGRAM_VIRTUALLY_FRAME" val="{&quot;height&quot;:218.75,&quot;left&quot;:134.25,&quot;top&quot;:112.08751968503937,&quot;width&quot;:782.25}"/>
</p:tagLst>
</file>

<file path=ppt/tags/tag8.xml><?xml version="1.0" encoding="utf-8"?>
<p:tagLst xmlns:p="http://schemas.openxmlformats.org/presentationml/2006/main">
  <p:tag name="KSO_WM_DIAGRAM_VIRTUALLY_FRAME" val="{&quot;height&quot;:218.75,&quot;left&quot;:134.25,&quot;top&quot;:112.08751968503937,&quot;width&quot;:782.25}"/>
</p:tagLst>
</file>

<file path=ppt/tags/tag9.xml><?xml version="1.0" encoding="utf-8"?>
<p:tagLst xmlns:p="http://schemas.openxmlformats.org/presentationml/2006/main">
  <p:tag name="KSO_WM_DIAGRAM_VIRTUALLY_FRAME" val="{&quot;height&quot;:218.75,&quot;left&quot;:134.25,&quot;top&quot;:112.08751968503937,&quot;width&quot;:782.25}"/>
</p:tagLst>
</file>

<file path=ppt/tags/tag10.xml><?xml version="1.0" encoding="utf-8"?>
<p:tagLst xmlns:p="http://schemas.openxmlformats.org/presentationml/2006/main">
  <p:tag name="KSO_WM_DIAGRAM_VIRTUALLY_FRAME" val="{&quot;height&quot;:218.75,&quot;left&quot;:134.25,&quot;top&quot;:112.08751968503937,&quot;width&quot;:782.25}"/>
</p:tagLst>
</file>

<file path=ppt/tags/tag11.xml><?xml version="1.0" encoding="utf-8"?>
<p:tagLst xmlns:p="http://schemas.openxmlformats.org/presentationml/2006/main">
  <p:tag name="KSO_WM_DIAGRAM_VIRTUALLY_FRAME" val="{&quot;height&quot;:320.4221259842519,&quot;left&quot;:51.33881889763779,&quot;top&quot;:119.89086614173227,&quot;width&quot;:431.02062992125985}"/>
</p:tagLst>
</file>

<file path=ppt/tags/tag12.xml><?xml version="1.0" encoding="utf-8"?>
<p:tagLst xmlns:p="http://schemas.openxmlformats.org/presentationml/2006/main">
  <p:tag name="KSO_WM_DIAGRAM_VIRTUALLY_FRAME" val="{&quot;height&quot;:320.4221259842519,&quot;left&quot;:51.33881889763779,&quot;top&quot;:119.89086614173227,&quot;width&quot;:431.02062992125985}"/>
</p:tagLst>
</file>

<file path=ppt/tags/tag13.xml><?xml version="1.0" encoding="utf-8"?>
<p:tagLst xmlns:p="http://schemas.openxmlformats.org/presentationml/2006/main">
  <p:tag name="KSO_WM_DIAGRAM_VIRTUALLY_FRAME" val="{&quot;height&quot;:320.4221259842519,&quot;left&quot;:51.33881889763779,&quot;top&quot;:119.89086614173227,&quot;width&quot;:431.02062992125985}"/>
</p:tagLst>
</file>

<file path=ppt/tags/tag14.xml><?xml version="1.0" encoding="utf-8"?>
<p:tagLst xmlns:p="http://schemas.openxmlformats.org/presentationml/2006/main">
  <p:tag name="KSO_WM_DIAGRAM_VIRTUALLY_FRAME" val="{&quot;height&quot;:320.4221259842519,&quot;left&quot;:51.33881889763779,&quot;top&quot;:119.89086614173227,&quot;width&quot;:431.02062992125985}"/>
</p:tagLst>
</file>

<file path=ppt/tags/tag15.xml><?xml version="1.0" encoding="utf-8"?>
<p:tagLst xmlns:p="http://schemas.openxmlformats.org/presentationml/2006/main">
  <p:tag name="KSO_WM_DIAGRAM_VIRTUALLY_FRAME" val="{&quot;height&quot;:320.4221259842519,&quot;left&quot;:51.33881889763779,&quot;top&quot;:119.89086614173227,&quot;width&quot;:431.02062992125985}"/>
</p:tagLst>
</file>

<file path=ppt/tags/tag16.xml><?xml version="1.0" encoding="utf-8"?>
<p:tagLst xmlns:p="http://schemas.openxmlformats.org/presentationml/2006/main">
  <p:tag name="KSO_WM_DIAGRAM_VIRTUALLY_FRAME" val="{&quot;height&quot;:320.4221259842519,&quot;left&quot;:51.33881889763779,&quot;top&quot;:119.89086614173227,&quot;width&quot;:431.02062992125985}"/>
</p:tagLst>
</file>

<file path=ppt/tags/tag17.xml><?xml version="1.0" encoding="utf-8"?>
<p:tagLst xmlns:p="http://schemas.openxmlformats.org/presentationml/2006/main">
  <p:tag name="KSO_WM_DIAGRAM_VIRTUALLY_FRAME" val="{&quot;height&quot;:320.4221259842519,&quot;left&quot;:51.33881889763779,&quot;top&quot;:119.89086614173227,&quot;width&quot;:431.02062992125985}"/>
</p:tagLst>
</file>

<file path=ppt/tags/tag18.xml><?xml version="1.0" encoding="utf-8"?>
<p:tagLst xmlns:p="http://schemas.openxmlformats.org/presentationml/2006/main">
  <p:tag name="KSO_WM_DIAGRAM_VIRTUALLY_FRAME" val="{&quot;height&quot;:416.7062992125984,&quot;left&quot;:69.1495275590551,&quot;top&quot;:123.64370078740157,&quot;width&quot;:846.950472440945}"/>
</p:tagLst>
</file>

<file path=ppt/tags/tag19.xml><?xml version="1.0" encoding="utf-8"?>
<p:tagLst xmlns:p="http://schemas.openxmlformats.org/presentationml/2006/main">
  <p:tag name="KSO_WM_DIAGRAM_VIRTUALLY_FRAME" val="{&quot;height&quot;:416.7062992125984,&quot;left&quot;:69.1495275590551,&quot;top&quot;:123.64370078740157,&quot;width&quot;:846.950472440945}"/>
</p:tagLst>
</file>

<file path=ppt/tags/tag20.xml><?xml version="1.0" encoding="utf-8"?>
<p:tagLst xmlns:p="http://schemas.openxmlformats.org/presentationml/2006/main">
  <p:tag name="KSO_WM_DIAGRAM_VIRTUALLY_FRAME" val="{&quot;height&quot;:416.7062992125984,&quot;left&quot;:69.1495275590551,&quot;top&quot;:123.64370078740157,&quot;width&quot;:846.950472440945}"/>
</p:tagLst>
</file>

<file path=ppt/tags/tag21.xml><?xml version="1.0" encoding="utf-8"?>
<p:tagLst xmlns:p="http://schemas.openxmlformats.org/presentationml/2006/main">
  <p:tag name="KSO_WM_DIAGRAM_VIRTUALLY_FRAME" val="{&quot;height&quot;:416.7062992125984,&quot;left&quot;:69.1495275590551,&quot;top&quot;:123.64370078740157,&quot;width&quot;:846.950472440945}"/>
</p:tagLst>
</file>

<file path=ppt/tags/tag22.xml><?xml version="1.0" encoding="utf-8"?>
<p:tagLst xmlns:p="http://schemas.openxmlformats.org/presentationml/2006/main">
  <p:tag name="KSO_WM_DIAGRAM_VIRTUALLY_FRAME" val="{&quot;height&quot;:416.7062992125984,&quot;left&quot;:69.1495275590551,&quot;top&quot;:123.64370078740157,&quot;width&quot;:846.950472440945}"/>
</p:tagLst>
</file>

<file path=ppt/tags/tag23.xml><?xml version="1.0" encoding="utf-8"?>
<p:tagLst xmlns:p="http://schemas.openxmlformats.org/presentationml/2006/main">
  <p:tag name="KSO_WM_DIAGRAM_VIRTUALLY_FRAME" val="{&quot;height&quot;:416.7062992125984,&quot;left&quot;:69.1495275590551,&quot;top&quot;:123.64370078740157,&quot;width&quot;:846.950472440945}"/>
</p:tagLst>
</file>

<file path=ppt/tags/tag24.xml><?xml version="1.0" encoding="utf-8"?>
<p:tagLst xmlns:p="http://schemas.openxmlformats.org/presentationml/2006/main">
  <p:tag name="KSO_WM_DIAGRAM_VIRTUALLY_FRAME" val="{&quot;height&quot;:416.7062992125984,&quot;left&quot;:69.1495275590551,&quot;top&quot;:123.64370078740157,&quot;width&quot;:846.950472440945}"/>
</p:tagLst>
</file>

<file path=ppt/tags/tag25.xml><?xml version="1.0" encoding="utf-8"?>
<p:tagLst xmlns:p="http://schemas.openxmlformats.org/presentationml/2006/main">
  <p:tag name="KSO_WM_DIAGRAM_VIRTUALLY_FRAME" val="{&quot;height&quot;:416.7062992125984,&quot;left&quot;:69.1495275590551,&quot;top&quot;:123.64370078740157,&quot;width&quot;:846.950472440945}"/>
</p:tagLst>
</file>

<file path=ppt/tags/tag26.xml><?xml version="1.0" encoding="utf-8"?>
<p:tagLst xmlns:p="http://schemas.openxmlformats.org/presentationml/2006/main">
  <p:tag name="KSO_WM_DIAGRAM_VIRTUALLY_FRAME" val="{&quot;height&quot;:416.7062992125984,&quot;left&quot;:69.1495275590551,&quot;top&quot;:123.64370078740157,&quot;width&quot;:846.950472440945}"/>
</p:tagLst>
</file>

<file path=ppt/tags/tag27.xml><?xml version="1.0" encoding="utf-8"?>
<p:tagLst xmlns:p="http://schemas.openxmlformats.org/presentationml/2006/main">
  <p:tag name="KSO_WM_DIAGRAM_VIRTUALLY_FRAME" val="{&quot;height&quot;:416.7062992125984,&quot;left&quot;:69.1495275590551,&quot;top&quot;:123.64370078740157,&quot;width&quot;:846.950472440945}"/>
</p:tagLst>
</file>

<file path=ppt/tags/tag28.xml><?xml version="1.0" encoding="utf-8"?>
<p:tagLst xmlns:p="http://schemas.openxmlformats.org/presentationml/2006/main">
  <p:tag name="KSO_WM_DIAGRAM_VIRTUALLY_FRAME" val="{&quot;height&quot;:416.7062992125984,&quot;left&quot;:69.1495275590551,&quot;top&quot;:123.64370078740157,&quot;width&quot;:846.950472440945}"/>
</p:tagLst>
</file>

<file path=ppt/tags/tag29.xml><?xml version="1.0" encoding="utf-8"?>
<p:tagLst xmlns:p="http://schemas.openxmlformats.org/presentationml/2006/main">
  <p:tag name="KSO_WM_DIAGRAM_VIRTUALLY_FRAME" val="{&quot;height&quot;:416.7062992125984,&quot;left&quot;:69.1495275590551,&quot;top&quot;:123.64370078740157,&quot;width&quot;:846.950472440945}"/>
</p:tagLst>
</file>

<file path=ppt/tags/tag30.xml><?xml version="1.0" encoding="utf-8"?>
<p:tagLst xmlns:p="http://schemas.openxmlformats.org/presentationml/2006/main">
  <p:tag name="KSO_WM_DIAGRAM_VIRTUALLY_FRAME" val="{&quot;height&quot;:416.7062992125984,&quot;left&quot;:69.1495275590551,&quot;top&quot;:123.64370078740157,&quot;width&quot;:846.950472440945}"/>
</p:tagLst>
</file>

<file path=ppt/tags/tag31.xml><?xml version="1.0" encoding="utf-8"?>
<p:tagLst xmlns:p="http://schemas.openxmlformats.org/presentationml/2006/main">
  <p:tag name="KSO_WM_DIAGRAM_VIRTUALLY_FRAME" val="{&quot;height&quot;:416.7062992125984,&quot;left&quot;:69.1495275590551,&quot;top&quot;:123.64370078740157,&quot;width&quot;:846.950472440945}"/>
</p:tagLst>
</file>

<file path=ppt/tags/tag32.xml><?xml version="1.0" encoding="utf-8"?>
<p:tagLst xmlns:p="http://schemas.openxmlformats.org/presentationml/2006/main">
  <p:tag name="KSO_WM_DIAGRAM_VIRTUALLY_FRAME" val="{&quot;height&quot;:416.7062992125984,&quot;left&quot;:69.1495275590551,&quot;top&quot;:123.64370078740157,&quot;width&quot;:846.950472440945}"/>
</p:tagLst>
</file>

<file path=ppt/tags/tag33.xml><?xml version="1.0" encoding="utf-8"?>
<p:tagLst xmlns:p="http://schemas.openxmlformats.org/presentationml/2006/main">
  <p:tag name="KSO_WM_DIAGRAM_VIRTUALLY_FRAME" val="{&quot;height&quot;:416.7062992125984,&quot;left&quot;:69.1495275590551,&quot;top&quot;:123.64370078740157,&quot;width&quot;:846.950472440945}"/>
</p:tagLst>
</file>

<file path=ppt/tags/tag34.xml><?xml version="1.0" encoding="utf-8"?>
<p:tagLst xmlns:p="http://schemas.openxmlformats.org/presentationml/2006/main">
  <p:tag name="KSO_WM_DIAGRAM_VIRTUALLY_FRAME" val="{&quot;height&quot;:416.7062992125984,&quot;left&quot;:69.1495275590551,&quot;top&quot;:123.64370078740157,&quot;width&quot;:846.950472440945}"/>
</p:tagLst>
</file>

<file path=ppt/tags/tag35.xml><?xml version="1.0" encoding="utf-8"?>
<p:tagLst xmlns:p="http://schemas.openxmlformats.org/presentationml/2006/main">
  <p:tag name="KSO_WM_DIAGRAM_VIRTUALLY_FRAME" val="{&quot;height&quot;:416.7062992125984,&quot;left&quot;:69.1495275590551,&quot;top&quot;:123.64370078740157,&quot;width&quot;:846.950472440945}"/>
</p:tagLst>
</file>

<file path=ppt/tags/tag36.xml><?xml version="1.0" encoding="utf-8"?>
<p:tagLst xmlns:p="http://schemas.openxmlformats.org/presentationml/2006/main">
  <p:tag name="KSO_WM_DIAGRAM_VIRTUALLY_FRAME" val="{&quot;height&quot;:416.7062992125984,&quot;left&quot;:69.1495275590551,&quot;top&quot;:123.64370078740157,&quot;width&quot;:846.950472440945}"/>
</p:tagLst>
</file>

<file path=ppt/tags/tag37.xml><?xml version="1.0" encoding="utf-8"?>
<p:tagLst xmlns:p="http://schemas.openxmlformats.org/presentationml/2006/main">
  <p:tag name="KSO_WM_DIAGRAM_VIRTUALLY_FRAME" val="{&quot;height&quot;:416.7062992125984,&quot;left&quot;:69.1495275590551,&quot;top&quot;:123.64370078740157,&quot;width&quot;:846.950472440945}"/>
</p:tagLst>
</file>

<file path=ppt/tags/tag38.xml><?xml version="1.0" encoding="utf-8"?>
<p:tagLst xmlns:p="http://schemas.openxmlformats.org/presentationml/2006/main">
  <p:tag name="KSO_WM_DIAGRAM_VIRTUALLY_FRAME" val="{&quot;height&quot;:416.7062992125984,&quot;left&quot;:69.1495275590551,&quot;top&quot;:123.64370078740157,&quot;width&quot;:846.950472440945}"/>
</p:tagLst>
</file>

<file path=ppt/tags/tag39.xml><?xml version="1.0" encoding="utf-8"?>
<p:tagLst xmlns:p="http://schemas.openxmlformats.org/presentationml/2006/main">
  <p:tag name="KSO_WM_DIAGRAM_VIRTUALLY_FRAME" val="{&quot;height&quot;:416.7062992125984,&quot;left&quot;:69.1495275590551,&quot;top&quot;:123.64370078740157,&quot;width&quot;:846.950472440945}"/>
</p:tagLst>
</file>

<file path=ppt/tags/tag40.xml><?xml version="1.0" encoding="utf-8"?>
<p:tagLst xmlns:p="http://schemas.openxmlformats.org/presentationml/2006/main">
  <p:tag name="commondata" val="eyJoZGlkIjoiMWIzNmUwODViYTA3NmJiNTg3YWM4MTdiOGFjMmUxNmY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978</Words>
  <Application>WPS 演示</Application>
  <PresentationFormat>On-screen Show (16:9)</PresentationFormat>
  <Paragraphs>403</Paragraphs>
  <Slides>13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45" baseType="lpstr">
      <vt:lpstr>Arial</vt:lpstr>
      <vt:lpstr>宋体</vt:lpstr>
      <vt:lpstr>Wingdings</vt:lpstr>
      <vt:lpstr>Arial</vt:lpstr>
      <vt:lpstr>Arial</vt:lpstr>
      <vt:lpstr>Impact</vt:lpstr>
      <vt:lpstr>Impact</vt:lpstr>
      <vt:lpstr>Impact</vt:lpstr>
      <vt:lpstr>字魂35号-经典雅黑</vt:lpstr>
      <vt:lpstr>黑体</vt:lpstr>
      <vt:lpstr>字魂35号-经典雅黑</vt:lpstr>
      <vt:lpstr>字魂35号-经典雅黑</vt:lpstr>
      <vt:lpstr>微软雅黑</vt:lpstr>
      <vt:lpstr>微软雅黑</vt:lpstr>
      <vt:lpstr>Century Gothic</vt:lpstr>
      <vt:lpstr>Century Gothic</vt:lpstr>
      <vt:lpstr>Century Gothic</vt:lpstr>
      <vt:lpstr>Calibri</vt:lpstr>
      <vt:lpstr>Arial Unicode MS</vt:lpstr>
      <vt:lpstr>等线</vt:lpstr>
      <vt:lpstr>OPPOSans H</vt:lpstr>
      <vt:lpstr>SWAstro</vt:lpstr>
      <vt:lpstr>OPPOSans H</vt:lpstr>
      <vt:lpstr>OPPOSans H</vt:lpstr>
      <vt:lpstr>汉仪小隶书简</vt:lpstr>
      <vt:lpstr>汉仪小隶书简</vt:lpstr>
      <vt:lpstr>汉仪小隶书简</vt:lpstr>
      <vt:lpstr>Calibri Light</vt:lpstr>
      <vt:lpstr>Adobe 明體 Std L</vt:lpstr>
      <vt:lpstr>汉仪雅酷黑简</vt:lpstr>
      <vt:lpstr>H2O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路明泽</cp:lastModifiedBy>
  <cp:revision>4</cp:revision>
  <dcterms:created xsi:type="dcterms:W3CDTF">2024-07-02T09:13:00Z</dcterms:created>
  <dcterms:modified xsi:type="dcterms:W3CDTF">2025-10-08T23:10:31Z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95EC3173DC904834BCC9C919C464EFEE_11</vt:lpwstr>
  </property>
  <property fmtid="{D5CDD505-2E9C-101B-9397-08002B2CF9AE}" pid="3" name="KSOProductBuildVer">
    <vt:lpwstr>2052-12.1.0.22529</vt:lpwstr>
  </property>
</Properties>
</file>